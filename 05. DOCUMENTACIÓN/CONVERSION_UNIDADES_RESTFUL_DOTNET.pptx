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bookmarkIdSeed="2">
  <p:sldMasterIdLst>
    <p:sldMasterId id="2147483648" r:id="rId1"/>
  </p:sldMasterIdLst>
  <p:notesMasterIdLst>
    <p:notesMasterId r:id="rId19"/>
  </p:notesMasterIdLst>
  <p:sldIdLst>
    <p:sldId id="256" r:id="rId2"/>
    <p:sldId id="257" r:id="rId3"/>
    <p:sldId id="258" r:id="rId4"/>
    <p:sldId id="259" r:id="rId5"/>
    <p:sldId id="263" r:id="rId6"/>
    <p:sldId id="474" r:id="rId7"/>
    <p:sldId id="473" r:id="rId8"/>
    <p:sldId id="489" r:id="rId9"/>
    <p:sldId id="494" r:id="rId10"/>
    <p:sldId id="495" r:id="rId11"/>
    <p:sldId id="490" r:id="rId12"/>
    <p:sldId id="491" r:id="rId13"/>
    <p:sldId id="492" r:id="rId14"/>
    <p:sldId id="493" r:id="rId15"/>
    <p:sldId id="291" r:id="rId16"/>
    <p:sldId id="292" r:id="rId17"/>
    <p:sldId id="293" r:id="rId18"/>
  </p:sldIdLst>
  <p:sldSz cx="12192000" cy="6858000"/>
  <p:notesSz cx="6858000" cy="9144000"/>
  <p:embeddedFontLst>
    <p:embeddedFont>
      <p:font typeface="Cambria" panose="02040503050406030204" pitchFamily="18" charset="0"/>
      <p:regular r:id="rId20"/>
      <p:bold r:id="rId21"/>
      <p:italic r:id="rId22"/>
      <p:boldItalic r:id="rId23"/>
    </p:embeddedFont>
    <p:embeddedFont>
      <p:font typeface="Gill Sans" panose="020B0604020202020204" charset="0"/>
      <p:regular r:id="rId24"/>
      <p:bold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2" roundtripDataSignature="AMtx7mhAxAmNOPORetQeM69grBvzFaeTx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ED6F93-D482-5831-5AEF-74AEA2FD6A58}" v="90" dt="2024-11-27T12:35:07.0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94"/>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72" Type="http://customschemas.google.com/relationships/presentationmetadata" Target="metadata"/><Relationship Id="rId3" Type="http://schemas.openxmlformats.org/officeDocument/2006/relationships/slide" Target="slides/slide2.xml"/><Relationship Id="rId21" Type="http://schemas.openxmlformats.org/officeDocument/2006/relationships/font" Target="fonts/font2.fntdata"/><Relationship Id="rId76"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7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ISRAEL LOACHAMIN SIMBA�A" userId="S::ciloachamin@espe.edu.ec::a80cbfff-281f-4162-a5c6-cf6292b7037d" providerId="AD" clId="Web-{F4ED6F93-D482-5831-5AEF-74AEA2FD6A58}"/>
    <pc:docChg chg="addSld modSld">
      <pc:chgData name="CHRISTOPHER ISRAEL LOACHAMIN SIMBA�A" userId="S::ciloachamin@espe.edu.ec::a80cbfff-281f-4162-a5c6-cf6292b7037d" providerId="AD" clId="Web-{F4ED6F93-D482-5831-5AEF-74AEA2FD6A58}" dt="2024-11-27T12:35:07.090" v="79" actId="1076"/>
      <pc:docMkLst>
        <pc:docMk/>
      </pc:docMkLst>
      <pc:sldChg chg="addSp delSp modSp">
        <pc:chgData name="CHRISTOPHER ISRAEL LOACHAMIN SIMBA�A" userId="S::ciloachamin@espe.edu.ec::a80cbfff-281f-4162-a5c6-cf6292b7037d" providerId="AD" clId="Web-{F4ED6F93-D482-5831-5AEF-74AEA2FD6A58}" dt="2024-11-27T12:27:43.480" v="25" actId="20577"/>
        <pc:sldMkLst>
          <pc:docMk/>
          <pc:sldMk cId="0" sldId="256"/>
        </pc:sldMkLst>
        <pc:spChg chg="add mod">
          <ac:chgData name="CHRISTOPHER ISRAEL LOACHAMIN SIMBA�A" userId="S::ciloachamin@espe.edu.ec::a80cbfff-281f-4162-a5c6-cf6292b7037d" providerId="AD" clId="Web-{F4ED6F93-D482-5831-5AEF-74AEA2FD6A58}" dt="2024-11-27T12:27:15.510" v="13" actId="1076"/>
          <ac:spMkLst>
            <pc:docMk/>
            <pc:sldMk cId="0" sldId="256"/>
            <ac:spMk id="2" creationId="{3D0C571E-A349-4667-927F-5916BE6073A2}"/>
          </ac:spMkLst>
        </pc:spChg>
        <pc:spChg chg="add mod">
          <ac:chgData name="CHRISTOPHER ISRAEL LOACHAMIN SIMBA�A" userId="S::ciloachamin@espe.edu.ec::a80cbfff-281f-4162-a5c6-cf6292b7037d" providerId="AD" clId="Web-{F4ED6F93-D482-5831-5AEF-74AEA2FD6A58}" dt="2024-11-27T12:27:12.932" v="12"/>
          <ac:spMkLst>
            <pc:docMk/>
            <pc:sldMk cId="0" sldId="256"/>
            <ac:spMk id="4" creationId="{6992A7E7-5370-070C-99E9-FF6BEC5C103A}"/>
          </ac:spMkLst>
        </pc:spChg>
        <pc:spChg chg="del mod">
          <ac:chgData name="CHRISTOPHER ISRAEL LOACHAMIN SIMBA�A" userId="S::ciloachamin@espe.edu.ec::a80cbfff-281f-4162-a5c6-cf6292b7037d" providerId="AD" clId="Web-{F4ED6F93-D482-5831-5AEF-74AEA2FD6A58}" dt="2024-11-27T12:27:12.932" v="12"/>
          <ac:spMkLst>
            <pc:docMk/>
            <pc:sldMk cId="0" sldId="256"/>
            <ac:spMk id="97" creationId="{00000000-0000-0000-0000-000000000000}"/>
          </ac:spMkLst>
        </pc:spChg>
        <pc:spChg chg="mod">
          <ac:chgData name="CHRISTOPHER ISRAEL LOACHAMIN SIMBA�A" userId="S::ciloachamin@espe.edu.ec::a80cbfff-281f-4162-a5c6-cf6292b7037d" providerId="AD" clId="Web-{F4ED6F93-D482-5831-5AEF-74AEA2FD6A58}" dt="2024-11-27T12:27:43.480" v="25" actId="20577"/>
          <ac:spMkLst>
            <pc:docMk/>
            <pc:sldMk cId="0" sldId="256"/>
            <ac:spMk id="99" creationId="{00000000-0000-0000-0000-000000000000}"/>
          </ac:spMkLst>
        </pc:spChg>
      </pc:sldChg>
      <pc:sldChg chg="addSp delSp modSp">
        <pc:chgData name="CHRISTOPHER ISRAEL LOACHAMIN SIMBA�A" userId="S::ciloachamin@espe.edu.ec::a80cbfff-281f-4162-a5c6-cf6292b7037d" providerId="AD" clId="Web-{F4ED6F93-D482-5831-5AEF-74AEA2FD6A58}" dt="2024-11-27T12:30:17.986" v="46" actId="1076"/>
        <pc:sldMkLst>
          <pc:docMk/>
          <pc:sldMk cId="1941189505" sldId="473"/>
        </pc:sldMkLst>
        <pc:spChg chg="mod">
          <ac:chgData name="CHRISTOPHER ISRAEL LOACHAMIN SIMBA�A" userId="S::ciloachamin@espe.edu.ec::a80cbfff-281f-4162-a5c6-cf6292b7037d" providerId="AD" clId="Web-{F4ED6F93-D482-5831-5AEF-74AEA2FD6A58}" dt="2024-11-27T12:30:12.657" v="43" actId="1076"/>
          <ac:spMkLst>
            <pc:docMk/>
            <pc:sldMk cId="1941189505" sldId="473"/>
            <ac:spMk id="8" creationId="{BCBDE0A4-6F39-42EF-A6F6-6D06545C23E1}"/>
          </ac:spMkLst>
        </pc:spChg>
        <pc:picChg chg="add mod">
          <ac:chgData name="CHRISTOPHER ISRAEL LOACHAMIN SIMBA�A" userId="S::ciloachamin@espe.edu.ec::a80cbfff-281f-4162-a5c6-cf6292b7037d" providerId="AD" clId="Web-{F4ED6F93-D482-5831-5AEF-74AEA2FD6A58}" dt="2024-11-27T12:30:17.986" v="46" actId="1076"/>
          <ac:picMkLst>
            <pc:docMk/>
            <pc:sldMk cId="1941189505" sldId="473"/>
            <ac:picMk id="2" creationId="{36408CE4-3D52-0B84-E9EC-1DD6CF1D7427}"/>
          </ac:picMkLst>
        </pc:picChg>
        <pc:picChg chg="del">
          <ac:chgData name="CHRISTOPHER ISRAEL LOACHAMIN SIMBA�A" userId="S::ciloachamin@espe.edu.ec::a80cbfff-281f-4162-a5c6-cf6292b7037d" providerId="AD" clId="Web-{F4ED6F93-D482-5831-5AEF-74AEA2FD6A58}" dt="2024-11-27T12:28:56.639" v="32"/>
          <ac:picMkLst>
            <pc:docMk/>
            <pc:sldMk cId="1941189505" sldId="473"/>
            <ac:picMk id="5" creationId="{05B42F80-8AD4-972B-2192-33FA41F1A60E}"/>
          </ac:picMkLst>
        </pc:picChg>
      </pc:sldChg>
      <pc:sldChg chg="addSp delSp modSp">
        <pc:chgData name="CHRISTOPHER ISRAEL LOACHAMIN SIMBA�A" userId="S::ciloachamin@espe.edu.ec::a80cbfff-281f-4162-a5c6-cf6292b7037d" providerId="AD" clId="Web-{F4ED6F93-D482-5831-5AEF-74AEA2FD6A58}" dt="2024-11-27T12:33:08.055" v="61" actId="20577"/>
        <pc:sldMkLst>
          <pc:docMk/>
          <pc:sldMk cId="4136391111" sldId="489"/>
        </pc:sldMkLst>
        <pc:spChg chg="mod">
          <ac:chgData name="CHRISTOPHER ISRAEL LOACHAMIN SIMBA�A" userId="S::ciloachamin@espe.edu.ec::a80cbfff-281f-4162-a5c6-cf6292b7037d" providerId="AD" clId="Web-{F4ED6F93-D482-5831-5AEF-74AEA2FD6A58}" dt="2024-11-27T12:33:08.055" v="61" actId="20577"/>
          <ac:spMkLst>
            <pc:docMk/>
            <pc:sldMk cId="4136391111" sldId="489"/>
            <ac:spMk id="8" creationId="{BCBDE0A4-6F39-42EF-A6F6-6D06545C23E1}"/>
          </ac:spMkLst>
        </pc:spChg>
        <pc:picChg chg="del">
          <ac:chgData name="CHRISTOPHER ISRAEL LOACHAMIN SIMBA�A" userId="S::ciloachamin@espe.edu.ec::a80cbfff-281f-4162-a5c6-cf6292b7037d" providerId="AD" clId="Web-{F4ED6F93-D482-5831-5AEF-74AEA2FD6A58}" dt="2024-11-27T12:31:12.581" v="47"/>
          <ac:picMkLst>
            <pc:docMk/>
            <pc:sldMk cId="4136391111" sldId="489"/>
            <ac:picMk id="2" creationId="{51854D6E-922D-C2E9-19C3-677EC96D7012}"/>
          </ac:picMkLst>
        </pc:picChg>
        <pc:picChg chg="add mod modCrop">
          <ac:chgData name="CHRISTOPHER ISRAEL LOACHAMIN SIMBA�A" userId="S::ciloachamin@espe.edu.ec::a80cbfff-281f-4162-a5c6-cf6292b7037d" providerId="AD" clId="Web-{F4ED6F93-D482-5831-5AEF-74AEA2FD6A58}" dt="2024-11-27T12:31:32.676" v="55" actId="1076"/>
          <ac:picMkLst>
            <pc:docMk/>
            <pc:sldMk cId="4136391111" sldId="489"/>
            <ac:picMk id="3" creationId="{95591CFC-ECC3-4DFA-9E9A-EADD128FDAC2}"/>
          </ac:picMkLst>
        </pc:picChg>
        <pc:picChg chg="del">
          <ac:chgData name="CHRISTOPHER ISRAEL LOACHAMIN SIMBA�A" userId="S::ciloachamin@espe.edu.ec::a80cbfff-281f-4162-a5c6-cf6292b7037d" providerId="AD" clId="Web-{F4ED6F93-D482-5831-5AEF-74AEA2FD6A58}" dt="2024-11-27T12:31:31.254" v="54"/>
          <ac:picMkLst>
            <pc:docMk/>
            <pc:sldMk cId="4136391111" sldId="489"/>
            <ac:picMk id="4" creationId="{33D59B35-D536-3D7A-8CF2-2771569FE77D}"/>
          </ac:picMkLst>
        </pc:picChg>
      </pc:sldChg>
      <pc:sldChg chg="addSp delSp modSp">
        <pc:chgData name="CHRISTOPHER ISRAEL LOACHAMIN SIMBA�A" userId="S::ciloachamin@espe.edu.ec::a80cbfff-281f-4162-a5c6-cf6292b7037d" providerId="AD" clId="Web-{F4ED6F93-D482-5831-5AEF-74AEA2FD6A58}" dt="2024-11-27T12:28:49.201" v="31"/>
        <pc:sldMkLst>
          <pc:docMk/>
          <pc:sldMk cId="708647338" sldId="490"/>
        </pc:sldMkLst>
        <pc:picChg chg="add del">
          <ac:chgData name="CHRISTOPHER ISRAEL LOACHAMIN SIMBA�A" userId="S::ciloachamin@espe.edu.ec::a80cbfff-281f-4162-a5c6-cf6292b7037d" providerId="AD" clId="Web-{F4ED6F93-D482-5831-5AEF-74AEA2FD6A58}" dt="2024-11-27T12:28:49.201" v="31"/>
          <ac:picMkLst>
            <pc:docMk/>
            <pc:sldMk cId="708647338" sldId="490"/>
            <ac:picMk id="2" creationId="{DBA412D3-C19F-E08A-59F9-A8D0B5824BEC}"/>
          </ac:picMkLst>
        </pc:picChg>
        <pc:picChg chg="add del mod">
          <ac:chgData name="CHRISTOPHER ISRAEL LOACHAMIN SIMBA�A" userId="S::ciloachamin@espe.edu.ec::a80cbfff-281f-4162-a5c6-cf6292b7037d" providerId="AD" clId="Web-{F4ED6F93-D482-5831-5AEF-74AEA2FD6A58}" dt="2024-11-27T12:28:46.467" v="30"/>
          <ac:picMkLst>
            <pc:docMk/>
            <pc:sldMk cId="708647338" sldId="490"/>
            <ac:picMk id="3" creationId="{1B677BC4-8A2E-5250-5043-125135E14ECB}"/>
          </ac:picMkLst>
        </pc:picChg>
      </pc:sldChg>
      <pc:sldChg chg="addSp delSp modSp add replId">
        <pc:chgData name="CHRISTOPHER ISRAEL LOACHAMIN SIMBA�A" userId="S::ciloachamin@espe.edu.ec::a80cbfff-281f-4162-a5c6-cf6292b7037d" providerId="AD" clId="Web-{F4ED6F93-D482-5831-5AEF-74AEA2FD6A58}" dt="2024-11-27T12:34:37.245" v="72" actId="1076"/>
        <pc:sldMkLst>
          <pc:docMk/>
          <pc:sldMk cId="2440567668" sldId="494"/>
        </pc:sldMkLst>
        <pc:picChg chg="add del mod">
          <ac:chgData name="CHRISTOPHER ISRAEL LOACHAMIN SIMBA�A" userId="S::ciloachamin@espe.edu.ec::a80cbfff-281f-4162-a5c6-cf6292b7037d" providerId="AD" clId="Web-{F4ED6F93-D482-5831-5AEF-74AEA2FD6A58}" dt="2024-11-27T12:34:17.416" v="69"/>
          <ac:picMkLst>
            <pc:docMk/>
            <pc:sldMk cId="2440567668" sldId="494"/>
            <ac:picMk id="2" creationId="{C4443946-A290-0C56-FFDD-88F0B60043C5}"/>
          </ac:picMkLst>
        </pc:picChg>
        <pc:picChg chg="del">
          <ac:chgData name="CHRISTOPHER ISRAEL LOACHAMIN SIMBA�A" userId="S::ciloachamin@espe.edu.ec::a80cbfff-281f-4162-a5c6-cf6292b7037d" providerId="AD" clId="Web-{F4ED6F93-D482-5831-5AEF-74AEA2FD6A58}" dt="2024-11-27T12:34:11.307" v="64"/>
          <ac:picMkLst>
            <pc:docMk/>
            <pc:sldMk cId="2440567668" sldId="494"/>
            <ac:picMk id="3" creationId="{95591CFC-ECC3-4DFA-9E9A-EADD128FDAC2}"/>
          </ac:picMkLst>
        </pc:picChg>
        <pc:picChg chg="add mod">
          <ac:chgData name="CHRISTOPHER ISRAEL LOACHAMIN SIMBA�A" userId="S::ciloachamin@espe.edu.ec::a80cbfff-281f-4162-a5c6-cf6292b7037d" providerId="AD" clId="Web-{F4ED6F93-D482-5831-5AEF-74AEA2FD6A58}" dt="2024-11-27T12:34:37.245" v="72" actId="1076"/>
          <ac:picMkLst>
            <pc:docMk/>
            <pc:sldMk cId="2440567668" sldId="494"/>
            <ac:picMk id="4" creationId="{A6759270-2BAC-CBCD-D537-2F6D7FCAF2D1}"/>
          </ac:picMkLst>
        </pc:picChg>
      </pc:sldChg>
      <pc:sldChg chg="addSp delSp modSp add replId">
        <pc:chgData name="CHRISTOPHER ISRAEL LOACHAMIN SIMBA�A" userId="S::ciloachamin@espe.edu.ec::a80cbfff-281f-4162-a5c6-cf6292b7037d" providerId="AD" clId="Web-{F4ED6F93-D482-5831-5AEF-74AEA2FD6A58}" dt="2024-11-27T12:35:07.090" v="79" actId="1076"/>
        <pc:sldMkLst>
          <pc:docMk/>
          <pc:sldMk cId="3931387466" sldId="495"/>
        </pc:sldMkLst>
        <pc:spChg chg="mod">
          <ac:chgData name="CHRISTOPHER ISRAEL LOACHAMIN SIMBA�A" userId="S::ciloachamin@espe.edu.ec::a80cbfff-281f-4162-a5c6-cf6292b7037d" providerId="AD" clId="Web-{F4ED6F93-D482-5831-5AEF-74AEA2FD6A58}" dt="2024-11-27T12:33:18.727" v="63" actId="20577"/>
          <ac:spMkLst>
            <pc:docMk/>
            <pc:sldMk cId="3931387466" sldId="495"/>
            <ac:spMk id="8" creationId="{BCBDE0A4-6F39-42EF-A6F6-6D06545C23E1}"/>
          </ac:spMkLst>
        </pc:spChg>
        <pc:picChg chg="add mod">
          <ac:chgData name="CHRISTOPHER ISRAEL LOACHAMIN SIMBA�A" userId="S::ciloachamin@espe.edu.ec::a80cbfff-281f-4162-a5c6-cf6292b7037d" providerId="AD" clId="Web-{F4ED6F93-D482-5831-5AEF-74AEA2FD6A58}" dt="2024-11-27T12:35:07.090" v="79" actId="1076"/>
          <ac:picMkLst>
            <pc:docMk/>
            <pc:sldMk cId="3931387466" sldId="495"/>
            <ac:picMk id="2" creationId="{906DCF5A-6A36-2404-A65D-33029455CEE2}"/>
          </ac:picMkLst>
        </pc:picChg>
        <pc:picChg chg="del">
          <ac:chgData name="CHRISTOPHER ISRAEL LOACHAMIN SIMBA�A" userId="S::ciloachamin@espe.edu.ec::a80cbfff-281f-4162-a5c6-cf6292b7037d" providerId="AD" clId="Web-{F4ED6F93-D482-5831-5AEF-74AEA2FD6A58}" dt="2024-11-27T12:34:39.636" v="73"/>
          <ac:picMkLst>
            <pc:docMk/>
            <pc:sldMk cId="3931387466" sldId="495"/>
            <ac:picMk id="3" creationId="{95591CFC-ECC3-4DFA-9E9A-EADD128FDAC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18495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5493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23974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12640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41324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78205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63004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73976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28485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4" name="Google Shape;424;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1" name="Google Shape;431;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8" name="Google Shape;438;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4"/>
        <p:cNvGrpSpPr/>
        <p:nvPr/>
      </p:nvGrpSpPr>
      <p:grpSpPr>
        <a:xfrm>
          <a:off x="0" y="0"/>
          <a:ext cx="0" cy="0"/>
          <a:chOff x="0" y="0"/>
          <a:chExt cx="0" cy="0"/>
        </a:xfrm>
      </p:grpSpPr>
      <p:sp>
        <p:nvSpPr>
          <p:cNvPr id="15" name="Google Shape;15;p48"/>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48"/>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3600"/>
              <a:buFont typeface="Gill Sans"/>
              <a:buNone/>
              <a:defRPr sz="36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48"/>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spcBef>
                <a:spcPts val="320"/>
              </a:spcBef>
              <a:spcAft>
                <a:spcPts val="0"/>
              </a:spcAft>
              <a:buSzPts val="1472"/>
              <a:buNone/>
              <a:defRPr sz="1600" cap="none">
                <a:solidFill>
                  <a:schemeClr val="accent2"/>
                </a:solidFill>
              </a:defRPr>
            </a:lvl1pPr>
            <a:lvl2pPr lvl="1" algn="ctr">
              <a:spcBef>
                <a:spcPts val="600"/>
              </a:spcBef>
              <a:spcAft>
                <a:spcPts val="0"/>
              </a:spcAft>
              <a:buSzPts val="1472"/>
              <a:buNone/>
              <a:defRPr>
                <a:solidFill>
                  <a:srgbClr val="888888"/>
                </a:solidFill>
              </a:defRPr>
            </a:lvl2pPr>
            <a:lvl3pPr lvl="2" algn="ctr">
              <a:spcBef>
                <a:spcPts val="600"/>
              </a:spcBef>
              <a:spcAft>
                <a:spcPts val="0"/>
              </a:spcAft>
              <a:buSzPts val="1288"/>
              <a:buNone/>
              <a:defRPr>
                <a:solidFill>
                  <a:srgbClr val="888888"/>
                </a:solidFill>
              </a:defRPr>
            </a:lvl3pPr>
            <a:lvl4pPr lvl="3" algn="ctr">
              <a:spcBef>
                <a:spcPts val="600"/>
              </a:spcBef>
              <a:spcAft>
                <a:spcPts val="0"/>
              </a:spcAft>
              <a:buSzPts val="1104"/>
              <a:buNone/>
              <a:defRPr>
                <a:solidFill>
                  <a:srgbClr val="888888"/>
                </a:solidFill>
              </a:defRPr>
            </a:lvl4pPr>
            <a:lvl5pPr lvl="4" algn="ctr">
              <a:spcBef>
                <a:spcPts val="600"/>
              </a:spcBef>
              <a:spcAft>
                <a:spcPts val="0"/>
              </a:spcAft>
              <a:buSzPts val="1104"/>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a:endParaRPr/>
          </a:p>
        </p:txBody>
      </p:sp>
      <p:sp>
        <p:nvSpPr>
          <p:cNvPr id="18" name="Google Shape;18;p48"/>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8"/>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rgbClr val="2D58AC"/>
                </a:solidFill>
                <a:latin typeface="Gill Sans"/>
                <a:ea typeface="Gill Sans"/>
                <a:cs typeface="Gill Sans"/>
                <a:sym typeface="Gill Sans"/>
              </a:defRPr>
            </a:lvl1pPr>
            <a:lvl2pPr marL="0" lvl="1" indent="0" algn="r">
              <a:spcBef>
                <a:spcPts val="0"/>
              </a:spcBef>
              <a:buNone/>
              <a:defRPr sz="900" b="0" i="0" u="none" strike="noStrike" cap="none">
                <a:solidFill>
                  <a:srgbClr val="2D58AC"/>
                </a:solidFill>
                <a:latin typeface="Gill Sans"/>
                <a:ea typeface="Gill Sans"/>
                <a:cs typeface="Gill Sans"/>
                <a:sym typeface="Gill Sans"/>
              </a:defRPr>
            </a:lvl2pPr>
            <a:lvl3pPr marL="0" lvl="2" indent="0" algn="r">
              <a:spcBef>
                <a:spcPts val="0"/>
              </a:spcBef>
              <a:buNone/>
              <a:defRPr sz="900" b="0" i="0" u="none" strike="noStrike" cap="none">
                <a:solidFill>
                  <a:srgbClr val="2D58AC"/>
                </a:solidFill>
                <a:latin typeface="Gill Sans"/>
                <a:ea typeface="Gill Sans"/>
                <a:cs typeface="Gill Sans"/>
                <a:sym typeface="Gill Sans"/>
              </a:defRPr>
            </a:lvl3pPr>
            <a:lvl4pPr marL="0" lvl="3" indent="0" algn="r">
              <a:spcBef>
                <a:spcPts val="0"/>
              </a:spcBef>
              <a:buNone/>
              <a:defRPr sz="900" b="0" i="0" u="none" strike="noStrike" cap="none">
                <a:solidFill>
                  <a:srgbClr val="2D58AC"/>
                </a:solidFill>
                <a:latin typeface="Gill Sans"/>
                <a:ea typeface="Gill Sans"/>
                <a:cs typeface="Gill Sans"/>
                <a:sym typeface="Gill Sans"/>
              </a:defRPr>
            </a:lvl4pPr>
            <a:lvl5pPr marL="0" lvl="4" indent="0" algn="r">
              <a:spcBef>
                <a:spcPts val="0"/>
              </a:spcBef>
              <a:buNone/>
              <a:defRPr sz="900" b="0" i="0" u="none" strike="noStrike" cap="none">
                <a:solidFill>
                  <a:srgbClr val="2D58AC"/>
                </a:solidFill>
                <a:latin typeface="Gill Sans"/>
                <a:ea typeface="Gill Sans"/>
                <a:cs typeface="Gill Sans"/>
                <a:sym typeface="Gill Sans"/>
              </a:defRPr>
            </a:lvl5pPr>
            <a:lvl6pPr marL="0" lvl="5" indent="0" algn="r">
              <a:spcBef>
                <a:spcPts val="0"/>
              </a:spcBef>
              <a:buNone/>
              <a:defRPr sz="900" b="0" i="0" u="none" strike="noStrike" cap="none">
                <a:solidFill>
                  <a:srgbClr val="2D58AC"/>
                </a:solidFill>
                <a:latin typeface="Gill Sans"/>
                <a:ea typeface="Gill Sans"/>
                <a:cs typeface="Gill Sans"/>
                <a:sym typeface="Gill Sans"/>
              </a:defRPr>
            </a:lvl6pPr>
            <a:lvl7pPr marL="0" lvl="6" indent="0" algn="r">
              <a:spcBef>
                <a:spcPts val="0"/>
              </a:spcBef>
              <a:buNone/>
              <a:defRPr sz="900" b="0" i="0" u="none" strike="noStrike" cap="none">
                <a:solidFill>
                  <a:srgbClr val="2D58AC"/>
                </a:solidFill>
                <a:latin typeface="Gill Sans"/>
                <a:ea typeface="Gill Sans"/>
                <a:cs typeface="Gill Sans"/>
                <a:sym typeface="Gill Sans"/>
              </a:defRPr>
            </a:lvl7pPr>
            <a:lvl8pPr marL="0" lvl="7" indent="0" algn="r">
              <a:spcBef>
                <a:spcPts val="0"/>
              </a:spcBef>
              <a:buNone/>
              <a:defRPr sz="900" b="0" i="0" u="none" strike="noStrike" cap="none">
                <a:solidFill>
                  <a:srgbClr val="2D58AC"/>
                </a:solidFill>
                <a:latin typeface="Gill Sans"/>
                <a:ea typeface="Gill Sans"/>
                <a:cs typeface="Gill Sans"/>
                <a:sym typeface="Gill Sans"/>
              </a:defRPr>
            </a:lvl8pPr>
            <a:lvl9pPr marL="0" lvl="8" indent="0" algn="r">
              <a:spcBef>
                <a:spcPts val="0"/>
              </a:spcBef>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49"/>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49"/>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49"/>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25" name="Google Shape;25;p49"/>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9"/>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8"/>
        <p:cNvGrpSpPr/>
        <p:nvPr/>
      </p:nvGrpSpPr>
      <p:grpSpPr>
        <a:xfrm>
          <a:off x="0" y="0"/>
          <a:ext cx="0" cy="0"/>
          <a:chOff x="0" y="0"/>
          <a:chExt cx="0" cy="0"/>
        </a:xfrm>
      </p:grpSpPr>
      <p:sp>
        <p:nvSpPr>
          <p:cNvPr id="29" name="Google Shape;29;p50"/>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50"/>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3600"/>
              <a:buFont typeface="Gill Sans"/>
              <a:buNone/>
              <a:defRPr sz="3600" b="0" cap="none">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0"/>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1656"/>
              <a:buNone/>
              <a:defRPr sz="1800" cap="none">
                <a:solidFill>
                  <a:schemeClr val="accent2"/>
                </a:solidFill>
              </a:defRPr>
            </a:lvl1pPr>
            <a:lvl2pPr marL="914400" lvl="1" indent="-228600" algn="l">
              <a:spcBef>
                <a:spcPts val="600"/>
              </a:spcBef>
              <a:spcAft>
                <a:spcPts val="0"/>
              </a:spcAft>
              <a:buSzPts val="1656"/>
              <a:buNone/>
              <a:defRPr sz="1800">
                <a:solidFill>
                  <a:srgbClr val="888888"/>
                </a:solidFill>
              </a:defRPr>
            </a:lvl2pPr>
            <a:lvl3pPr marL="1371600" lvl="2" indent="-228600" algn="l">
              <a:spcBef>
                <a:spcPts val="600"/>
              </a:spcBef>
              <a:spcAft>
                <a:spcPts val="0"/>
              </a:spcAft>
              <a:buSzPts val="1472"/>
              <a:buNone/>
              <a:defRPr sz="1600">
                <a:solidFill>
                  <a:srgbClr val="888888"/>
                </a:solidFill>
              </a:defRPr>
            </a:lvl3pPr>
            <a:lvl4pPr marL="1828800" lvl="3" indent="-228600" algn="l">
              <a:spcBef>
                <a:spcPts val="600"/>
              </a:spcBef>
              <a:spcAft>
                <a:spcPts val="0"/>
              </a:spcAft>
              <a:buSzPts val="1288"/>
              <a:buNone/>
              <a:defRPr sz="1400">
                <a:solidFill>
                  <a:srgbClr val="888888"/>
                </a:solidFill>
              </a:defRPr>
            </a:lvl4pPr>
            <a:lvl5pPr marL="2286000" lvl="4" indent="-228600" algn="l">
              <a:spcBef>
                <a:spcPts val="600"/>
              </a:spcBef>
              <a:spcAft>
                <a:spcPts val="0"/>
              </a:spcAft>
              <a:buSzPts val="1288"/>
              <a:buNone/>
              <a:defRPr sz="1400">
                <a:solidFill>
                  <a:srgbClr val="888888"/>
                </a:solidFill>
              </a:defRPr>
            </a:lvl5pPr>
            <a:lvl6pPr marL="2743200" lvl="5" indent="-228600" algn="l">
              <a:spcBef>
                <a:spcPts val="600"/>
              </a:spcBef>
              <a:spcAft>
                <a:spcPts val="0"/>
              </a:spcAft>
              <a:buSzPts val="1288"/>
              <a:buNone/>
              <a:defRPr sz="1400">
                <a:solidFill>
                  <a:srgbClr val="888888"/>
                </a:solidFill>
              </a:defRPr>
            </a:lvl6pPr>
            <a:lvl7pPr marL="3200400" lvl="6" indent="-228600" algn="l">
              <a:spcBef>
                <a:spcPts val="600"/>
              </a:spcBef>
              <a:spcAft>
                <a:spcPts val="0"/>
              </a:spcAft>
              <a:buSzPts val="1288"/>
              <a:buNone/>
              <a:defRPr sz="1400">
                <a:solidFill>
                  <a:srgbClr val="888888"/>
                </a:solidFill>
              </a:defRPr>
            </a:lvl7pPr>
            <a:lvl8pPr marL="3657600" lvl="7" indent="-228600" algn="l">
              <a:spcBef>
                <a:spcPts val="600"/>
              </a:spcBef>
              <a:spcAft>
                <a:spcPts val="0"/>
              </a:spcAft>
              <a:buSzPts val="1288"/>
              <a:buNone/>
              <a:defRPr sz="1400">
                <a:solidFill>
                  <a:srgbClr val="888888"/>
                </a:solidFill>
              </a:defRPr>
            </a:lvl8pPr>
            <a:lvl9pPr marL="4114800" lvl="8" indent="-228600" algn="l">
              <a:spcBef>
                <a:spcPts val="600"/>
              </a:spcBef>
              <a:spcAft>
                <a:spcPts val="600"/>
              </a:spcAft>
              <a:buSzPts val="1288"/>
              <a:buNone/>
              <a:defRPr sz="1400">
                <a:solidFill>
                  <a:srgbClr val="888888"/>
                </a:solidFill>
              </a:defRPr>
            </a:lvl9pPr>
          </a:lstStyle>
          <a:p>
            <a:endParaRPr/>
          </a:p>
        </p:txBody>
      </p:sp>
      <p:sp>
        <p:nvSpPr>
          <p:cNvPr id="32" name="Google Shape;32;p5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5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0"/>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rgbClr val="2D58AC"/>
                </a:solidFill>
                <a:latin typeface="Gill Sans"/>
                <a:ea typeface="Gill Sans"/>
                <a:cs typeface="Gill Sans"/>
                <a:sym typeface="Gill Sans"/>
              </a:defRPr>
            </a:lvl1pPr>
            <a:lvl2pPr marL="0" lvl="1" indent="0" algn="r">
              <a:spcBef>
                <a:spcPts val="0"/>
              </a:spcBef>
              <a:buNone/>
              <a:defRPr sz="900" b="0" i="0" u="none" strike="noStrike" cap="none">
                <a:solidFill>
                  <a:srgbClr val="2D58AC"/>
                </a:solidFill>
                <a:latin typeface="Gill Sans"/>
                <a:ea typeface="Gill Sans"/>
                <a:cs typeface="Gill Sans"/>
                <a:sym typeface="Gill Sans"/>
              </a:defRPr>
            </a:lvl2pPr>
            <a:lvl3pPr marL="0" lvl="2" indent="0" algn="r">
              <a:spcBef>
                <a:spcPts val="0"/>
              </a:spcBef>
              <a:buNone/>
              <a:defRPr sz="900" b="0" i="0" u="none" strike="noStrike" cap="none">
                <a:solidFill>
                  <a:srgbClr val="2D58AC"/>
                </a:solidFill>
                <a:latin typeface="Gill Sans"/>
                <a:ea typeface="Gill Sans"/>
                <a:cs typeface="Gill Sans"/>
                <a:sym typeface="Gill Sans"/>
              </a:defRPr>
            </a:lvl3pPr>
            <a:lvl4pPr marL="0" lvl="3" indent="0" algn="r">
              <a:spcBef>
                <a:spcPts val="0"/>
              </a:spcBef>
              <a:buNone/>
              <a:defRPr sz="900" b="0" i="0" u="none" strike="noStrike" cap="none">
                <a:solidFill>
                  <a:srgbClr val="2D58AC"/>
                </a:solidFill>
                <a:latin typeface="Gill Sans"/>
                <a:ea typeface="Gill Sans"/>
                <a:cs typeface="Gill Sans"/>
                <a:sym typeface="Gill Sans"/>
              </a:defRPr>
            </a:lvl4pPr>
            <a:lvl5pPr marL="0" lvl="4" indent="0" algn="r">
              <a:spcBef>
                <a:spcPts val="0"/>
              </a:spcBef>
              <a:buNone/>
              <a:defRPr sz="900" b="0" i="0" u="none" strike="noStrike" cap="none">
                <a:solidFill>
                  <a:srgbClr val="2D58AC"/>
                </a:solidFill>
                <a:latin typeface="Gill Sans"/>
                <a:ea typeface="Gill Sans"/>
                <a:cs typeface="Gill Sans"/>
                <a:sym typeface="Gill Sans"/>
              </a:defRPr>
            </a:lvl5pPr>
            <a:lvl6pPr marL="0" lvl="5" indent="0" algn="r">
              <a:spcBef>
                <a:spcPts val="0"/>
              </a:spcBef>
              <a:buNone/>
              <a:defRPr sz="900" b="0" i="0" u="none" strike="noStrike" cap="none">
                <a:solidFill>
                  <a:srgbClr val="2D58AC"/>
                </a:solidFill>
                <a:latin typeface="Gill Sans"/>
                <a:ea typeface="Gill Sans"/>
                <a:cs typeface="Gill Sans"/>
                <a:sym typeface="Gill Sans"/>
              </a:defRPr>
            </a:lvl6pPr>
            <a:lvl7pPr marL="0" lvl="6" indent="0" algn="r">
              <a:spcBef>
                <a:spcPts val="0"/>
              </a:spcBef>
              <a:buNone/>
              <a:defRPr sz="900" b="0" i="0" u="none" strike="noStrike" cap="none">
                <a:solidFill>
                  <a:srgbClr val="2D58AC"/>
                </a:solidFill>
                <a:latin typeface="Gill Sans"/>
                <a:ea typeface="Gill Sans"/>
                <a:cs typeface="Gill Sans"/>
                <a:sym typeface="Gill Sans"/>
              </a:defRPr>
            </a:lvl7pPr>
            <a:lvl8pPr marL="0" lvl="7" indent="0" algn="r">
              <a:spcBef>
                <a:spcPts val="0"/>
              </a:spcBef>
              <a:buNone/>
              <a:defRPr sz="900" b="0" i="0" u="none" strike="noStrike" cap="none">
                <a:solidFill>
                  <a:srgbClr val="2D58AC"/>
                </a:solidFill>
                <a:latin typeface="Gill Sans"/>
                <a:ea typeface="Gill Sans"/>
                <a:cs typeface="Gill Sans"/>
                <a:sym typeface="Gill Sans"/>
              </a:defRPr>
            </a:lvl8pPr>
            <a:lvl9pPr marL="0" lvl="8" indent="0" algn="r">
              <a:spcBef>
                <a:spcPts val="0"/>
              </a:spcBef>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5"/>
        <p:cNvGrpSpPr/>
        <p:nvPr/>
      </p:nvGrpSpPr>
      <p:grpSpPr>
        <a:xfrm>
          <a:off x="0" y="0"/>
          <a:ext cx="0" cy="0"/>
          <a:chOff x="0" y="0"/>
          <a:chExt cx="0" cy="0"/>
        </a:xfrm>
      </p:grpSpPr>
      <p:sp>
        <p:nvSpPr>
          <p:cNvPr id="36" name="Google Shape;36;p51"/>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1"/>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1"/>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39" name="Google Shape;39;p51"/>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40" name="Google Shape;40;p5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3"/>
        <p:cNvGrpSpPr/>
        <p:nvPr/>
      </p:nvGrpSpPr>
      <p:grpSpPr>
        <a:xfrm>
          <a:off x="0" y="0"/>
          <a:ext cx="0" cy="0"/>
          <a:chOff x="0" y="0"/>
          <a:chExt cx="0" cy="0"/>
        </a:xfrm>
      </p:grpSpPr>
      <p:sp>
        <p:nvSpPr>
          <p:cNvPr id="44" name="Google Shape;44;p52"/>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52"/>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52"/>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spcBef>
                <a:spcPts val="440"/>
              </a:spcBef>
              <a:spcAft>
                <a:spcPts val="0"/>
              </a:spcAft>
              <a:buSzPts val="2024"/>
              <a:buNone/>
              <a:defRPr sz="2200" b="0">
                <a:solidFill>
                  <a:schemeClr val="accent2"/>
                </a:solidFill>
              </a:defRPr>
            </a:lvl1pPr>
            <a:lvl2pPr marL="914400" lvl="1" indent="-228600" algn="l">
              <a:spcBef>
                <a:spcPts val="600"/>
              </a:spcBef>
              <a:spcAft>
                <a:spcPts val="0"/>
              </a:spcAft>
              <a:buSzPts val="1840"/>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endParaRPr/>
          </a:p>
        </p:txBody>
      </p:sp>
      <p:sp>
        <p:nvSpPr>
          <p:cNvPr id="47" name="Google Shape;47;p52"/>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48" name="Google Shape;48;p52"/>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spcBef>
                <a:spcPts val="440"/>
              </a:spcBef>
              <a:spcAft>
                <a:spcPts val="0"/>
              </a:spcAft>
              <a:buSzPts val="2024"/>
              <a:buNone/>
              <a:defRPr sz="2200" b="0">
                <a:solidFill>
                  <a:schemeClr val="accent2"/>
                </a:solidFill>
              </a:defRPr>
            </a:lvl1pPr>
            <a:lvl2pPr marL="914400" lvl="1" indent="-228600" algn="l">
              <a:spcBef>
                <a:spcPts val="600"/>
              </a:spcBef>
              <a:spcAft>
                <a:spcPts val="0"/>
              </a:spcAft>
              <a:buSzPts val="1840"/>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endParaRPr/>
          </a:p>
        </p:txBody>
      </p:sp>
      <p:sp>
        <p:nvSpPr>
          <p:cNvPr id="49" name="Google Shape;49;p52"/>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50" name="Google Shape;50;p52"/>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5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52"/>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3"/>
        <p:cNvGrpSpPr/>
        <p:nvPr/>
      </p:nvGrpSpPr>
      <p:grpSpPr>
        <a:xfrm>
          <a:off x="0" y="0"/>
          <a:ext cx="0" cy="0"/>
          <a:chOff x="0" y="0"/>
          <a:chExt cx="0" cy="0"/>
        </a:xfrm>
      </p:grpSpPr>
      <p:sp>
        <p:nvSpPr>
          <p:cNvPr id="54" name="Google Shape;54;p5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5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3"/>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
        <p:nvSpPr>
          <p:cNvPr id="57" name="Google Shape;57;p53"/>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3"/>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9"/>
        <p:cNvGrpSpPr/>
        <p:nvPr/>
      </p:nvGrpSpPr>
      <p:grpSpPr>
        <a:xfrm>
          <a:off x="0" y="0"/>
          <a:ext cx="0" cy="0"/>
          <a:chOff x="0" y="0"/>
          <a:chExt cx="0" cy="0"/>
        </a:xfrm>
      </p:grpSpPr>
      <p:sp>
        <p:nvSpPr>
          <p:cNvPr id="60" name="Google Shape;60;p5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5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5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3"/>
        <p:cNvGrpSpPr/>
        <p:nvPr/>
      </p:nvGrpSpPr>
      <p:grpSpPr>
        <a:xfrm>
          <a:off x="0" y="0"/>
          <a:ext cx="0" cy="0"/>
          <a:chOff x="0" y="0"/>
          <a:chExt cx="0" cy="0"/>
        </a:xfrm>
      </p:grpSpPr>
      <p:sp>
        <p:nvSpPr>
          <p:cNvPr id="64" name="Google Shape;64;p55"/>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5"/>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2D58AC"/>
              </a:buClr>
              <a:buSzPts val="2000"/>
              <a:buFont typeface="Gill Sans"/>
              <a:buNone/>
              <a:defRPr sz="2000" b="0">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55"/>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spcBef>
                <a:spcPts val="400"/>
              </a:spcBef>
              <a:spcAft>
                <a:spcPts val="0"/>
              </a:spcAft>
              <a:buSzPts val="1840"/>
              <a:buChar char="◼"/>
              <a:defRPr sz="2000">
                <a:solidFill>
                  <a:schemeClr val="dk2"/>
                </a:solidFill>
              </a:defRPr>
            </a:lvl1pPr>
            <a:lvl2pPr marL="914400" lvl="1" indent="-333756" algn="l">
              <a:spcBef>
                <a:spcPts val="600"/>
              </a:spcBef>
              <a:spcAft>
                <a:spcPts val="0"/>
              </a:spcAft>
              <a:buSzPts val="1656"/>
              <a:buChar char="◼"/>
              <a:defRPr sz="1800">
                <a:solidFill>
                  <a:schemeClr val="dk2"/>
                </a:solidFill>
              </a:defRPr>
            </a:lvl2pPr>
            <a:lvl3pPr marL="1371600" lvl="2" indent="-322072" algn="l">
              <a:spcBef>
                <a:spcPts val="600"/>
              </a:spcBef>
              <a:spcAft>
                <a:spcPts val="0"/>
              </a:spcAft>
              <a:buSzPts val="1472"/>
              <a:buChar char="◼"/>
              <a:defRPr sz="1600">
                <a:solidFill>
                  <a:schemeClr val="dk2"/>
                </a:solidFill>
              </a:defRPr>
            </a:lvl3pPr>
            <a:lvl4pPr marL="1828800" lvl="3" indent="-310388" algn="l">
              <a:spcBef>
                <a:spcPts val="600"/>
              </a:spcBef>
              <a:spcAft>
                <a:spcPts val="0"/>
              </a:spcAft>
              <a:buSzPts val="1288"/>
              <a:buChar char="◼"/>
              <a:defRPr sz="1400">
                <a:solidFill>
                  <a:schemeClr val="dk2"/>
                </a:solidFill>
              </a:defRPr>
            </a:lvl4pPr>
            <a:lvl5pPr marL="2286000" lvl="4" indent="-310388" algn="l">
              <a:spcBef>
                <a:spcPts val="600"/>
              </a:spcBef>
              <a:spcAft>
                <a:spcPts val="0"/>
              </a:spcAft>
              <a:buSzPts val="1288"/>
              <a:buChar char="◼"/>
              <a:defRPr sz="1400">
                <a:solidFill>
                  <a:schemeClr val="dk2"/>
                </a:solidFill>
              </a:defRPr>
            </a:lvl5pPr>
            <a:lvl6pPr marL="2743200" lvl="5" indent="-310388" algn="l">
              <a:spcBef>
                <a:spcPts val="600"/>
              </a:spcBef>
              <a:spcAft>
                <a:spcPts val="0"/>
              </a:spcAft>
              <a:buSzPts val="1288"/>
              <a:buChar char="◼"/>
              <a:defRPr sz="1400">
                <a:solidFill>
                  <a:schemeClr val="dk2"/>
                </a:solidFill>
              </a:defRPr>
            </a:lvl6pPr>
            <a:lvl7pPr marL="3200400" lvl="6" indent="-310388" algn="l">
              <a:spcBef>
                <a:spcPts val="600"/>
              </a:spcBef>
              <a:spcAft>
                <a:spcPts val="0"/>
              </a:spcAft>
              <a:buSzPts val="1288"/>
              <a:buChar char="◼"/>
              <a:defRPr sz="1400">
                <a:solidFill>
                  <a:schemeClr val="dk2"/>
                </a:solidFill>
              </a:defRPr>
            </a:lvl7pPr>
            <a:lvl8pPr marL="3657600" lvl="7" indent="-310388" algn="l">
              <a:spcBef>
                <a:spcPts val="600"/>
              </a:spcBef>
              <a:spcAft>
                <a:spcPts val="0"/>
              </a:spcAft>
              <a:buSzPts val="1288"/>
              <a:buChar char="◼"/>
              <a:defRPr sz="1400">
                <a:solidFill>
                  <a:schemeClr val="dk2"/>
                </a:solidFill>
              </a:defRPr>
            </a:lvl8pPr>
            <a:lvl9pPr marL="4114800" lvl="8" indent="-310388" algn="l">
              <a:spcBef>
                <a:spcPts val="600"/>
              </a:spcBef>
              <a:spcAft>
                <a:spcPts val="600"/>
              </a:spcAft>
              <a:buSzPts val="1288"/>
              <a:buChar char="◼"/>
              <a:defRPr sz="1400">
                <a:solidFill>
                  <a:schemeClr val="dk2"/>
                </a:solidFill>
              </a:defRPr>
            </a:lvl9pPr>
          </a:lstStyle>
          <a:p>
            <a:endParaRPr/>
          </a:p>
        </p:txBody>
      </p:sp>
      <p:sp>
        <p:nvSpPr>
          <p:cNvPr id="67" name="Google Shape;67;p55"/>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spcBef>
                <a:spcPts val="220"/>
              </a:spcBef>
              <a:spcAft>
                <a:spcPts val="0"/>
              </a:spcAft>
              <a:buSzPts val="1012"/>
              <a:buNone/>
              <a:defRPr sz="1100">
                <a:solidFill>
                  <a:schemeClr val="lt1"/>
                </a:solidFill>
              </a:defRPr>
            </a:lvl1pPr>
            <a:lvl2pPr marL="914400" lvl="1" indent="-228600" algn="l">
              <a:spcBef>
                <a:spcPts val="600"/>
              </a:spcBef>
              <a:spcAft>
                <a:spcPts val="0"/>
              </a:spcAft>
              <a:buSzPts val="1012"/>
              <a:buNone/>
              <a:defRPr sz="11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endParaRPr/>
          </a:p>
        </p:txBody>
      </p:sp>
      <p:sp>
        <p:nvSpPr>
          <p:cNvPr id="68" name="Google Shape;68;p5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5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rgbClr val="2D58AC"/>
                </a:solidFill>
                <a:latin typeface="Gill Sans"/>
                <a:ea typeface="Gill Sans"/>
                <a:cs typeface="Gill Sans"/>
                <a:sym typeface="Gill Sans"/>
              </a:defRPr>
            </a:lvl1pPr>
            <a:lvl2pPr marL="0" lvl="1" indent="0" algn="r">
              <a:spcBef>
                <a:spcPts val="0"/>
              </a:spcBef>
              <a:buNone/>
              <a:defRPr sz="900" b="0" i="0" u="none" strike="noStrike" cap="none">
                <a:solidFill>
                  <a:srgbClr val="2D58AC"/>
                </a:solidFill>
                <a:latin typeface="Gill Sans"/>
                <a:ea typeface="Gill Sans"/>
                <a:cs typeface="Gill Sans"/>
                <a:sym typeface="Gill Sans"/>
              </a:defRPr>
            </a:lvl2pPr>
            <a:lvl3pPr marL="0" lvl="2" indent="0" algn="r">
              <a:spcBef>
                <a:spcPts val="0"/>
              </a:spcBef>
              <a:buNone/>
              <a:defRPr sz="900" b="0" i="0" u="none" strike="noStrike" cap="none">
                <a:solidFill>
                  <a:srgbClr val="2D58AC"/>
                </a:solidFill>
                <a:latin typeface="Gill Sans"/>
                <a:ea typeface="Gill Sans"/>
                <a:cs typeface="Gill Sans"/>
                <a:sym typeface="Gill Sans"/>
              </a:defRPr>
            </a:lvl3pPr>
            <a:lvl4pPr marL="0" lvl="3" indent="0" algn="r">
              <a:spcBef>
                <a:spcPts val="0"/>
              </a:spcBef>
              <a:buNone/>
              <a:defRPr sz="900" b="0" i="0" u="none" strike="noStrike" cap="none">
                <a:solidFill>
                  <a:srgbClr val="2D58AC"/>
                </a:solidFill>
                <a:latin typeface="Gill Sans"/>
                <a:ea typeface="Gill Sans"/>
                <a:cs typeface="Gill Sans"/>
                <a:sym typeface="Gill Sans"/>
              </a:defRPr>
            </a:lvl4pPr>
            <a:lvl5pPr marL="0" lvl="4" indent="0" algn="r">
              <a:spcBef>
                <a:spcPts val="0"/>
              </a:spcBef>
              <a:buNone/>
              <a:defRPr sz="900" b="0" i="0" u="none" strike="noStrike" cap="none">
                <a:solidFill>
                  <a:srgbClr val="2D58AC"/>
                </a:solidFill>
                <a:latin typeface="Gill Sans"/>
                <a:ea typeface="Gill Sans"/>
                <a:cs typeface="Gill Sans"/>
                <a:sym typeface="Gill Sans"/>
              </a:defRPr>
            </a:lvl5pPr>
            <a:lvl6pPr marL="0" lvl="5" indent="0" algn="r">
              <a:spcBef>
                <a:spcPts val="0"/>
              </a:spcBef>
              <a:buNone/>
              <a:defRPr sz="900" b="0" i="0" u="none" strike="noStrike" cap="none">
                <a:solidFill>
                  <a:srgbClr val="2D58AC"/>
                </a:solidFill>
                <a:latin typeface="Gill Sans"/>
                <a:ea typeface="Gill Sans"/>
                <a:cs typeface="Gill Sans"/>
                <a:sym typeface="Gill Sans"/>
              </a:defRPr>
            </a:lvl6pPr>
            <a:lvl7pPr marL="0" lvl="6" indent="0" algn="r">
              <a:spcBef>
                <a:spcPts val="0"/>
              </a:spcBef>
              <a:buNone/>
              <a:defRPr sz="900" b="0" i="0" u="none" strike="noStrike" cap="none">
                <a:solidFill>
                  <a:srgbClr val="2D58AC"/>
                </a:solidFill>
                <a:latin typeface="Gill Sans"/>
                <a:ea typeface="Gill Sans"/>
                <a:cs typeface="Gill Sans"/>
                <a:sym typeface="Gill Sans"/>
              </a:defRPr>
            </a:lvl7pPr>
            <a:lvl8pPr marL="0" lvl="7" indent="0" algn="r">
              <a:spcBef>
                <a:spcPts val="0"/>
              </a:spcBef>
              <a:buNone/>
              <a:defRPr sz="900" b="0" i="0" u="none" strike="noStrike" cap="none">
                <a:solidFill>
                  <a:srgbClr val="2D58AC"/>
                </a:solidFill>
                <a:latin typeface="Gill Sans"/>
                <a:ea typeface="Gill Sans"/>
                <a:cs typeface="Gill Sans"/>
                <a:sym typeface="Gill Sans"/>
              </a:defRPr>
            </a:lvl8pPr>
            <a:lvl9pPr marL="0" lvl="8" indent="0" algn="r">
              <a:spcBef>
                <a:spcPts val="0"/>
              </a:spcBef>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1"/>
        <p:cNvGrpSpPr/>
        <p:nvPr/>
      </p:nvGrpSpPr>
      <p:grpSpPr>
        <a:xfrm>
          <a:off x="0" y="0"/>
          <a:ext cx="0" cy="0"/>
          <a:chOff x="0" y="0"/>
          <a:chExt cx="0" cy="0"/>
        </a:xfrm>
      </p:grpSpPr>
      <p:sp>
        <p:nvSpPr>
          <p:cNvPr id="72" name="Google Shape;72;p56"/>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Gill Sans"/>
              <a:buNone/>
              <a:defRPr sz="2400" b="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56"/>
          <p:cNvSpPr>
            <a:spLocks noGrp="1"/>
          </p:cNvSpPr>
          <p:nvPr>
            <p:ph type="pic" idx="2"/>
          </p:nvPr>
        </p:nvSpPr>
        <p:spPr>
          <a:xfrm>
            <a:off x="447817" y="599725"/>
            <a:ext cx="11290859" cy="3557252"/>
          </a:xfrm>
          <a:prstGeom prst="rect">
            <a:avLst/>
          </a:prstGeom>
          <a:noFill/>
          <a:ln>
            <a:noFill/>
          </a:ln>
        </p:spPr>
        <p:txBody>
          <a:bodyPr spcFirstLastPara="1" wrap="square" lIns="91425" tIns="45700" rIns="91425" bIns="45700" anchor="t" anchorCtr="0">
            <a:normAutofit/>
          </a:bodyPr>
          <a:lstStyle>
            <a:lvl1pPr marR="0" lvl="0" algn="ctr" rtl="0">
              <a:spcBef>
                <a:spcPts val="320"/>
              </a:spcBef>
              <a:spcAft>
                <a:spcPts val="0"/>
              </a:spcAft>
              <a:buClr>
                <a:schemeClr val="accent2"/>
              </a:buClr>
              <a:buSzPts val="1472"/>
              <a:buFont typeface="Noto Sans Symbols"/>
              <a:buNone/>
              <a:defRPr sz="1600" b="0" i="0" u="none" strike="noStrike" cap="none">
                <a:solidFill>
                  <a:schemeClr val="dk2"/>
                </a:solidFill>
                <a:latin typeface="Gill Sans"/>
                <a:ea typeface="Gill Sans"/>
                <a:cs typeface="Gill Sans"/>
                <a:sym typeface="Gill Sans"/>
              </a:defRPr>
            </a:lvl1pPr>
            <a:lvl2pPr marR="0" lvl="1" algn="l" rtl="0">
              <a:spcBef>
                <a:spcPts val="600"/>
              </a:spcBef>
              <a:spcAft>
                <a:spcPts val="0"/>
              </a:spcAft>
              <a:buClr>
                <a:schemeClr val="accent2"/>
              </a:buClr>
              <a:buSzPts val="1472"/>
              <a:buFont typeface="Noto Sans Symbols"/>
              <a:buNone/>
              <a:defRPr sz="1600" b="0" i="0" u="none" strike="noStrike" cap="none">
                <a:solidFill>
                  <a:schemeClr val="dk2"/>
                </a:solidFill>
                <a:latin typeface="Gill Sans"/>
                <a:ea typeface="Gill Sans"/>
                <a:cs typeface="Gill Sans"/>
                <a:sym typeface="Gill Sans"/>
              </a:defRPr>
            </a:lvl2pPr>
            <a:lvl3pPr marR="0" lvl="2" algn="l" rtl="0">
              <a:spcBef>
                <a:spcPts val="600"/>
              </a:spcBef>
              <a:spcAft>
                <a:spcPts val="0"/>
              </a:spcAft>
              <a:buClr>
                <a:schemeClr val="accent2"/>
              </a:buClr>
              <a:buSzPts val="1472"/>
              <a:buFont typeface="Noto Sans Symbols"/>
              <a:buNone/>
              <a:defRPr sz="1600" b="0" i="0" u="none" strike="noStrike" cap="none">
                <a:solidFill>
                  <a:schemeClr val="dk2"/>
                </a:solidFill>
                <a:latin typeface="Gill Sans"/>
                <a:ea typeface="Gill Sans"/>
                <a:cs typeface="Gill Sans"/>
                <a:sym typeface="Gill Sans"/>
              </a:defRPr>
            </a:lvl3pPr>
            <a:lvl4pPr marR="0" lvl="3" algn="l" rtl="0">
              <a:spcBef>
                <a:spcPts val="600"/>
              </a:spcBef>
              <a:spcAft>
                <a:spcPts val="0"/>
              </a:spcAft>
              <a:buClr>
                <a:schemeClr val="accent2"/>
              </a:buClr>
              <a:buSzPts val="1472"/>
              <a:buFont typeface="Noto Sans Symbols"/>
              <a:buNone/>
              <a:defRPr sz="1600" b="0" i="0" u="none" strike="noStrike" cap="none">
                <a:solidFill>
                  <a:schemeClr val="dk2"/>
                </a:solidFill>
                <a:latin typeface="Gill Sans"/>
                <a:ea typeface="Gill Sans"/>
                <a:cs typeface="Gill Sans"/>
                <a:sym typeface="Gill Sans"/>
              </a:defRPr>
            </a:lvl4pPr>
            <a:lvl5pPr marR="0" lvl="4" algn="l" rtl="0">
              <a:spcBef>
                <a:spcPts val="600"/>
              </a:spcBef>
              <a:spcAft>
                <a:spcPts val="0"/>
              </a:spcAft>
              <a:buClr>
                <a:schemeClr val="accent2"/>
              </a:buClr>
              <a:buSzPts val="1472"/>
              <a:buFont typeface="Noto Sans Symbols"/>
              <a:buNone/>
              <a:defRPr sz="1600" b="0" i="0" u="none" strike="noStrike" cap="none">
                <a:solidFill>
                  <a:schemeClr val="dk2"/>
                </a:solidFill>
                <a:latin typeface="Gill Sans"/>
                <a:ea typeface="Gill Sans"/>
                <a:cs typeface="Gill Sans"/>
                <a:sym typeface="Gill Sans"/>
              </a:defRPr>
            </a:lvl5pPr>
            <a:lvl6pPr marR="0" lvl="5" algn="l" rtl="0">
              <a:spcBef>
                <a:spcPts val="600"/>
              </a:spcBef>
              <a:spcAft>
                <a:spcPts val="0"/>
              </a:spcAft>
              <a:buClr>
                <a:schemeClr val="accent2"/>
              </a:buClr>
              <a:buSzPts val="1472"/>
              <a:buFont typeface="Noto Sans Symbols"/>
              <a:buNone/>
              <a:defRPr sz="1600" b="0" i="0" u="none" strike="noStrike" cap="none">
                <a:solidFill>
                  <a:schemeClr val="dk2"/>
                </a:solidFill>
                <a:latin typeface="Gill Sans"/>
                <a:ea typeface="Gill Sans"/>
                <a:cs typeface="Gill Sans"/>
                <a:sym typeface="Gill Sans"/>
              </a:defRPr>
            </a:lvl6pPr>
            <a:lvl7pPr marR="0" lvl="6" algn="l" rtl="0">
              <a:spcBef>
                <a:spcPts val="600"/>
              </a:spcBef>
              <a:spcAft>
                <a:spcPts val="0"/>
              </a:spcAft>
              <a:buClr>
                <a:schemeClr val="accent2"/>
              </a:buClr>
              <a:buSzPts val="1472"/>
              <a:buFont typeface="Noto Sans Symbols"/>
              <a:buNone/>
              <a:defRPr sz="1600" b="0" i="0" u="none" strike="noStrike" cap="none">
                <a:solidFill>
                  <a:schemeClr val="dk2"/>
                </a:solidFill>
                <a:latin typeface="Gill Sans"/>
                <a:ea typeface="Gill Sans"/>
                <a:cs typeface="Gill Sans"/>
                <a:sym typeface="Gill Sans"/>
              </a:defRPr>
            </a:lvl7pPr>
            <a:lvl8pPr marR="0" lvl="7" algn="l" rtl="0">
              <a:spcBef>
                <a:spcPts val="600"/>
              </a:spcBef>
              <a:spcAft>
                <a:spcPts val="0"/>
              </a:spcAft>
              <a:buClr>
                <a:schemeClr val="accent2"/>
              </a:buClr>
              <a:buSzPts val="1472"/>
              <a:buFont typeface="Noto Sans Symbols"/>
              <a:buNone/>
              <a:defRPr sz="1600" b="0" i="0" u="none" strike="noStrike" cap="none">
                <a:solidFill>
                  <a:schemeClr val="dk2"/>
                </a:solidFill>
                <a:latin typeface="Gill Sans"/>
                <a:ea typeface="Gill Sans"/>
                <a:cs typeface="Gill Sans"/>
                <a:sym typeface="Gill Sans"/>
              </a:defRPr>
            </a:lvl8pPr>
            <a:lvl9pPr marR="0" lvl="8" algn="l" rtl="0">
              <a:spcBef>
                <a:spcPts val="600"/>
              </a:spcBef>
              <a:spcAft>
                <a:spcPts val="600"/>
              </a:spcAft>
              <a:buClr>
                <a:schemeClr val="accent2"/>
              </a:buClr>
              <a:buSzPts val="1472"/>
              <a:buFont typeface="Noto Sans Symbols"/>
              <a:buNone/>
              <a:defRPr sz="1600" b="0" i="0" u="none" strike="noStrike" cap="none">
                <a:solidFill>
                  <a:schemeClr val="dk2"/>
                </a:solidFill>
                <a:latin typeface="Gill Sans"/>
                <a:ea typeface="Gill Sans"/>
                <a:cs typeface="Gill Sans"/>
                <a:sym typeface="Gill Sans"/>
              </a:defRPr>
            </a:lvl9pPr>
          </a:lstStyle>
          <a:p>
            <a:endParaRPr/>
          </a:p>
        </p:txBody>
      </p:sp>
      <p:sp>
        <p:nvSpPr>
          <p:cNvPr id="74" name="Google Shape;74;p56"/>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spcBef>
                <a:spcPts val="240"/>
              </a:spcBef>
              <a:spcAft>
                <a:spcPts val="0"/>
              </a:spcAft>
              <a:buSzPts val="1104"/>
              <a:buNone/>
              <a:defRPr sz="1200"/>
            </a:lvl1pPr>
            <a:lvl2pPr marL="914400" lvl="1" indent="-228600" algn="l">
              <a:spcBef>
                <a:spcPts val="600"/>
              </a:spcBef>
              <a:spcAft>
                <a:spcPts val="0"/>
              </a:spcAft>
              <a:buSzPts val="1104"/>
              <a:buNone/>
              <a:defRPr sz="12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endParaRPr/>
          </a:p>
        </p:txBody>
      </p:sp>
      <p:sp>
        <p:nvSpPr>
          <p:cNvPr id="75" name="Google Shape;75;p5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8"/>
        <p:cNvGrpSpPr/>
        <p:nvPr/>
      </p:nvGrpSpPr>
      <p:grpSpPr>
        <a:xfrm>
          <a:off x="0" y="0"/>
          <a:ext cx="0" cy="0"/>
          <a:chOff x="0" y="0"/>
          <a:chExt cx="0" cy="0"/>
        </a:xfrm>
      </p:grpSpPr>
      <p:sp>
        <p:nvSpPr>
          <p:cNvPr id="79" name="Google Shape;79;p57"/>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7"/>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57"/>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22072" algn="l">
              <a:spcBef>
                <a:spcPts val="600"/>
              </a:spcBef>
              <a:spcAft>
                <a:spcPts val="0"/>
              </a:spcAft>
              <a:buSzPts val="1472"/>
              <a:buChar char="◼"/>
              <a:defRPr/>
            </a:lvl2pPr>
            <a:lvl3pPr marL="1371600" lvl="2" indent="-310388" algn="l">
              <a:spcBef>
                <a:spcPts val="600"/>
              </a:spcBef>
              <a:spcAft>
                <a:spcPts val="0"/>
              </a:spcAft>
              <a:buSzPts val="1288"/>
              <a:buChar char="◼"/>
              <a:defRPr/>
            </a:lvl3pPr>
            <a:lvl4pPr marL="1828800" lvl="3" indent="-298703" algn="l">
              <a:spcBef>
                <a:spcPts val="600"/>
              </a:spcBef>
              <a:spcAft>
                <a:spcPts val="0"/>
              </a:spcAft>
              <a:buSzPts val="1104"/>
              <a:buChar char="◼"/>
              <a:defRPr/>
            </a:lvl4pPr>
            <a:lvl5pPr marL="2286000" lvl="4" indent="-298704" algn="l">
              <a:spcBef>
                <a:spcPts val="600"/>
              </a:spcBef>
              <a:spcAft>
                <a:spcPts val="0"/>
              </a:spcAft>
              <a:buSzPts val="1104"/>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82" name="Google Shape;82;p5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5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5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5"/>
        <p:cNvGrpSpPr/>
        <p:nvPr/>
      </p:nvGrpSpPr>
      <p:grpSpPr>
        <a:xfrm>
          <a:off x="0" y="0"/>
          <a:ext cx="0" cy="0"/>
          <a:chOff x="0" y="0"/>
          <a:chExt cx="0" cy="0"/>
        </a:xfrm>
      </p:grpSpPr>
      <p:sp>
        <p:nvSpPr>
          <p:cNvPr id="86" name="Google Shape;86;p58"/>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8"/>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58"/>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89" name="Google Shape;89;p58"/>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58"/>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58"/>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rgbClr val="2D58AC"/>
                </a:solidFill>
                <a:latin typeface="Gill Sans"/>
                <a:ea typeface="Gill Sans"/>
                <a:cs typeface="Gill Sans"/>
                <a:sym typeface="Gill Sans"/>
              </a:defRPr>
            </a:lvl1pPr>
            <a:lvl2pPr marL="0" lvl="1" indent="0" algn="r">
              <a:spcBef>
                <a:spcPts val="0"/>
              </a:spcBef>
              <a:buNone/>
              <a:defRPr sz="900" b="0" i="0" u="none" strike="noStrike" cap="none">
                <a:solidFill>
                  <a:srgbClr val="2D58AC"/>
                </a:solidFill>
                <a:latin typeface="Gill Sans"/>
                <a:ea typeface="Gill Sans"/>
                <a:cs typeface="Gill Sans"/>
                <a:sym typeface="Gill Sans"/>
              </a:defRPr>
            </a:lvl2pPr>
            <a:lvl3pPr marL="0" lvl="2" indent="0" algn="r">
              <a:spcBef>
                <a:spcPts val="0"/>
              </a:spcBef>
              <a:buNone/>
              <a:defRPr sz="900" b="0" i="0" u="none" strike="noStrike" cap="none">
                <a:solidFill>
                  <a:srgbClr val="2D58AC"/>
                </a:solidFill>
                <a:latin typeface="Gill Sans"/>
                <a:ea typeface="Gill Sans"/>
                <a:cs typeface="Gill Sans"/>
                <a:sym typeface="Gill Sans"/>
              </a:defRPr>
            </a:lvl3pPr>
            <a:lvl4pPr marL="0" lvl="3" indent="0" algn="r">
              <a:spcBef>
                <a:spcPts val="0"/>
              </a:spcBef>
              <a:buNone/>
              <a:defRPr sz="900" b="0" i="0" u="none" strike="noStrike" cap="none">
                <a:solidFill>
                  <a:srgbClr val="2D58AC"/>
                </a:solidFill>
                <a:latin typeface="Gill Sans"/>
                <a:ea typeface="Gill Sans"/>
                <a:cs typeface="Gill Sans"/>
                <a:sym typeface="Gill Sans"/>
              </a:defRPr>
            </a:lvl4pPr>
            <a:lvl5pPr marL="0" lvl="4" indent="0" algn="r">
              <a:spcBef>
                <a:spcPts val="0"/>
              </a:spcBef>
              <a:buNone/>
              <a:defRPr sz="900" b="0" i="0" u="none" strike="noStrike" cap="none">
                <a:solidFill>
                  <a:srgbClr val="2D58AC"/>
                </a:solidFill>
                <a:latin typeface="Gill Sans"/>
                <a:ea typeface="Gill Sans"/>
                <a:cs typeface="Gill Sans"/>
                <a:sym typeface="Gill Sans"/>
              </a:defRPr>
            </a:lvl5pPr>
            <a:lvl6pPr marL="0" lvl="5" indent="0" algn="r">
              <a:spcBef>
                <a:spcPts val="0"/>
              </a:spcBef>
              <a:buNone/>
              <a:defRPr sz="900" b="0" i="0" u="none" strike="noStrike" cap="none">
                <a:solidFill>
                  <a:srgbClr val="2D58AC"/>
                </a:solidFill>
                <a:latin typeface="Gill Sans"/>
                <a:ea typeface="Gill Sans"/>
                <a:cs typeface="Gill Sans"/>
                <a:sym typeface="Gill Sans"/>
              </a:defRPr>
            </a:lvl6pPr>
            <a:lvl7pPr marL="0" lvl="6" indent="0" algn="r">
              <a:spcBef>
                <a:spcPts val="0"/>
              </a:spcBef>
              <a:buNone/>
              <a:defRPr sz="900" b="0" i="0" u="none" strike="noStrike" cap="none">
                <a:solidFill>
                  <a:srgbClr val="2D58AC"/>
                </a:solidFill>
                <a:latin typeface="Gill Sans"/>
                <a:ea typeface="Gill Sans"/>
                <a:cs typeface="Gill Sans"/>
                <a:sym typeface="Gill Sans"/>
              </a:defRPr>
            </a:lvl7pPr>
            <a:lvl8pPr marL="0" lvl="7" indent="0" algn="r">
              <a:spcBef>
                <a:spcPts val="0"/>
              </a:spcBef>
              <a:buNone/>
              <a:defRPr sz="900" b="0" i="0" u="none" strike="noStrike" cap="none">
                <a:solidFill>
                  <a:srgbClr val="2D58AC"/>
                </a:solidFill>
                <a:latin typeface="Gill Sans"/>
                <a:ea typeface="Gill Sans"/>
                <a:cs typeface="Gill Sans"/>
                <a:sym typeface="Gill Sans"/>
              </a:defRPr>
            </a:lvl8pPr>
            <a:lvl9pPr marL="0" lvl="8" indent="0" algn="r">
              <a:spcBef>
                <a:spcPts val="0"/>
              </a:spcBef>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7"/>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7" name="Google Shape;7;p47"/>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8" name="Google Shape;8;p4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chemeClr val="accent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9" name="Google Shape;9;p4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accent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0" name="Google Shape;10;p4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2"/>
                </a:solidFill>
                <a:latin typeface="Gill Sans"/>
                <a:ea typeface="Gill Sans"/>
                <a:cs typeface="Gill Sans"/>
                <a:sym typeface="Gill Sans"/>
              </a:defRPr>
            </a:lvl1pPr>
            <a:lvl2pPr marL="0" marR="0" lvl="1" indent="0" algn="r" rtl="0">
              <a:spcBef>
                <a:spcPts val="0"/>
              </a:spcBef>
              <a:buNone/>
              <a:defRPr sz="900" b="0" i="0" u="none" strike="noStrike" cap="none">
                <a:solidFill>
                  <a:schemeClr val="accent2"/>
                </a:solidFill>
                <a:latin typeface="Gill Sans"/>
                <a:ea typeface="Gill Sans"/>
                <a:cs typeface="Gill Sans"/>
                <a:sym typeface="Gill Sans"/>
              </a:defRPr>
            </a:lvl2pPr>
            <a:lvl3pPr marL="0" marR="0" lvl="2" indent="0" algn="r" rtl="0">
              <a:spcBef>
                <a:spcPts val="0"/>
              </a:spcBef>
              <a:buNone/>
              <a:defRPr sz="900" b="0" i="0" u="none" strike="noStrike" cap="none">
                <a:solidFill>
                  <a:schemeClr val="accent2"/>
                </a:solidFill>
                <a:latin typeface="Gill Sans"/>
                <a:ea typeface="Gill Sans"/>
                <a:cs typeface="Gill Sans"/>
                <a:sym typeface="Gill Sans"/>
              </a:defRPr>
            </a:lvl3pPr>
            <a:lvl4pPr marL="0" marR="0" lvl="3" indent="0" algn="r" rtl="0">
              <a:spcBef>
                <a:spcPts val="0"/>
              </a:spcBef>
              <a:buNone/>
              <a:defRPr sz="900" b="0" i="0" u="none" strike="noStrike" cap="none">
                <a:solidFill>
                  <a:schemeClr val="accent2"/>
                </a:solidFill>
                <a:latin typeface="Gill Sans"/>
                <a:ea typeface="Gill Sans"/>
                <a:cs typeface="Gill Sans"/>
                <a:sym typeface="Gill Sans"/>
              </a:defRPr>
            </a:lvl4pPr>
            <a:lvl5pPr marL="0" marR="0" lvl="4" indent="0" algn="r" rtl="0">
              <a:spcBef>
                <a:spcPts val="0"/>
              </a:spcBef>
              <a:buNone/>
              <a:defRPr sz="900" b="0" i="0" u="none" strike="noStrike" cap="none">
                <a:solidFill>
                  <a:schemeClr val="accent2"/>
                </a:solidFill>
                <a:latin typeface="Gill Sans"/>
                <a:ea typeface="Gill Sans"/>
                <a:cs typeface="Gill Sans"/>
                <a:sym typeface="Gill Sans"/>
              </a:defRPr>
            </a:lvl5pPr>
            <a:lvl6pPr marL="0" marR="0" lvl="5" indent="0" algn="r" rtl="0">
              <a:spcBef>
                <a:spcPts val="0"/>
              </a:spcBef>
              <a:buNone/>
              <a:defRPr sz="900" b="0" i="0" u="none" strike="noStrike" cap="none">
                <a:solidFill>
                  <a:schemeClr val="accent2"/>
                </a:solidFill>
                <a:latin typeface="Gill Sans"/>
                <a:ea typeface="Gill Sans"/>
                <a:cs typeface="Gill Sans"/>
                <a:sym typeface="Gill Sans"/>
              </a:defRPr>
            </a:lvl6pPr>
            <a:lvl7pPr marL="0" marR="0" lvl="6" indent="0" algn="r" rtl="0">
              <a:spcBef>
                <a:spcPts val="0"/>
              </a:spcBef>
              <a:buNone/>
              <a:defRPr sz="900" b="0" i="0" u="none" strike="noStrike" cap="none">
                <a:solidFill>
                  <a:schemeClr val="accent2"/>
                </a:solidFill>
                <a:latin typeface="Gill Sans"/>
                <a:ea typeface="Gill Sans"/>
                <a:cs typeface="Gill Sans"/>
                <a:sym typeface="Gill Sans"/>
              </a:defRPr>
            </a:lvl7pPr>
            <a:lvl8pPr marL="0" marR="0" lvl="7" indent="0" algn="r" rtl="0">
              <a:spcBef>
                <a:spcPts val="0"/>
              </a:spcBef>
              <a:buNone/>
              <a:defRPr sz="900" b="0" i="0" u="none" strike="noStrike" cap="none">
                <a:solidFill>
                  <a:schemeClr val="accent2"/>
                </a:solidFill>
                <a:latin typeface="Gill Sans"/>
                <a:ea typeface="Gill Sans"/>
                <a:cs typeface="Gill Sans"/>
                <a:sym typeface="Gill Sans"/>
              </a:defRPr>
            </a:lvl8pPr>
            <a:lvl9pPr marL="0" marR="0" lvl="8" indent="0" algn="r" rtl="0">
              <a:spcBef>
                <a:spcPts val="0"/>
              </a:spcBef>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1" name="Google Shape;11;p47"/>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47"/>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47"/>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
          <p:cNvSpPr txBox="1">
            <a:spLocks noGrp="1"/>
          </p:cNvSpPr>
          <p:nvPr>
            <p:ph type="ctrTitle"/>
          </p:nvPr>
        </p:nvSpPr>
        <p:spPr>
          <a:xfrm>
            <a:off x="599225" y="3089845"/>
            <a:ext cx="10993549" cy="1116396"/>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3600"/>
              <a:buFont typeface="Gill Sans"/>
              <a:buNone/>
            </a:pPr>
            <a:r>
              <a:rPr lang="es-ES" dirty="0">
                <a:solidFill>
                  <a:schemeClr val="lt1"/>
                </a:solidFill>
              </a:rPr>
              <a:t>CONVERSION UNIDADES SOAP EN DOTNET</a:t>
            </a:r>
            <a:endParaRPr lang="es-ES" dirty="0"/>
          </a:p>
        </p:txBody>
      </p:sp>
      <p:pic>
        <p:nvPicPr>
          <p:cNvPr id="98" name="Google Shape;98;p1"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99" name="Google Shape;99;p1"/>
          <p:cNvSpPr txBox="1"/>
          <p:nvPr/>
        </p:nvSpPr>
        <p:spPr>
          <a:xfrm>
            <a:off x="8291475" y="4795231"/>
            <a:ext cx="4261531" cy="1235358"/>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4590B8"/>
              </a:buClr>
              <a:buSzPts val="1472"/>
              <a:buFont typeface="Noto Sans Symbols"/>
              <a:buNone/>
            </a:pPr>
            <a:r>
              <a:rPr lang="es-ES" sz="1600" b="1" i="0" u="none" strike="noStrike" cap="none" dirty="0">
                <a:solidFill>
                  <a:srgbClr val="FFFFFF"/>
                </a:solidFill>
                <a:latin typeface="Gill Sans"/>
                <a:ea typeface="Gill Sans"/>
                <a:cs typeface="Gill Sans"/>
                <a:sym typeface="Gill Sans"/>
              </a:rPr>
              <a:t>NRC: </a:t>
            </a:r>
            <a:r>
              <a:rPr lang="es-ES" sz="1600" b="1" dirty="0">
                <a:solidFill>
                  <a:srgbClr val="FFFFFF"/>
                </a:solidFill>
                <a:latin typeface="Gill Sans"/>
                <a:ea typeface="Gill Sans"/>
                <a:cs typeface="Gill Sans"/>
                <a:sym typeface="Gill Sans"/>
              </a:rPr>
              <a:t>2642</a:t>
            </a:r>
            <a:endParaRPr sz="1600" b="0" i="0" u="none" strike="noStrike" cap="none" dirty="0">
              <a:solidFill>
                <a:srgbClr val="FFFFFF"/>
              </a:solidFill>
              <a:latin typeface="Gill Sans"/>
              <a:ea typeface="Gill Sans"/>
              <a:cs typeface="Gill Sans"/>
              <a:sym typeface="Gill Sans"/>
            </a:endParaRPr>
          </a:p>
          <a:p>
            <a:pPr marL="0" marR="0" lvl="0" indent="0" algn="l" rtl="0">
              <a:lnSpc>
                <a:spcPct val="100000"/>
              </a:lnSpc>
              <a:spcBef>
                <a:spcPts val="920"/>
              </a:spcBef>
              <a:spcAft>
                <a:spcPts val="0"/>
              </a:spcAft>
              <a:buClr>
                <a:srgbClr val="4590B8"/>
              </a:buClr>
              <a:buSzPts val="1472"/>
              <a:buFont typeface="Noto Sans Symbols"/>
              <a:buNone/>
            </a:pPr>
            <a:r>
              <a:rPr lang="es-ES" sz="1600" b="1" i="0" u="none" strike="noStrike" cap="none" dirty="0">
                <a:solidFill>
                  <a:srgbClr val="FFFFFF"/>
                </a:solidFill>
                <a:latin typeface="Gill Sans"/>
                <a:ea typeface="Gill Sans"/>
                <a:cs typeface="Gill Sans"/>
                <a:sym typeface="Gill Sans"/>
              </a:rPr>
              <a:t>FECHA:  </a:t>
            </a:r>
            <a:r>
              <a:rPr lang="es-ES" sz="1600" b="1" dirty="0">
                <a:solidFill>
                  <a:srgbClr val="FFFFFF"/>
                </a:solidFill>
                <a:latin typeface="Gill Sans"/>
                <a:ea typeface="Gill Sans"/>
                <a:cs typeface="Gill Sans"/>
                <a:sym typeface="Gill Sans"/>
              </a:rPr>
              <a:t>27</a:t>
            </a:r>
            <a:r>
              <a:rPr lang="es-ES" sz="1600" dirty="0">
                <a:solidFill>
                  <a:srgbClr val="FFFFFF"/>
                </a:solidFill>
                <a:latin typeface="Gill Sans"/>
                <a:ea typeface="Gill Sans"/>
                <a:cs typeface="Gill Sans"/>
                <a:sym typeface="Gill Sans"/>
              </a:rPr>
              <a:t>/11/2024</a:t>
            </a:r>
            <a:endParaRPr lang="es-ES" dirty="0"/>
          </a:p>
          <a:p>
            <a:pPr marL="0" marR="0" lvl="0" indent="0" algn="l" rtl="0">
              <a:lnSpc>
                <a:spcPct val="100000"/>
              </a:lnSpc>
              <a:spcBef>
                <a:spcPts val="920"/>
              </a:spcBef>
              <a:spcAft>
                <a:spcPts val="0"/>
              </a:spcAft>
              <a:buClr>
                <a:srgbClr val="4590B8"/>
              </a:buClr>
              <a:buSzPts val="1472"/>
              <a:buFont typeface="Noto Sans Symbols"/>
              <a:buNone/>
            </a:pPr>
            <a:r>
              <a:rPr lang="es-ES" sz="1600" b="1" i="0" u="none" strike="noStrike" cap="none" dirty="0">
                <a:solidFill>
                  <a:srgbClr val="FFFFFF"/>
                </a:solidFill>
                <a:latin typeface="Gill Sans"/>
                <a:ea typeface="Gill Sans"/>
                <a:cs typeface="Gill Sans"/>
                <a:sym typeface="Gill Sans"/>
              </a:rPr>
              <a:t>ING: </a:t>
            </a:r>
            <a:r>
              <a:rPr lang="es-ES" sz="1600" b="0" i="0" u="none" strike="noStrike" cap="none" dirty="0">
                <a:solidFill>
                  <a:srgbClr val="FFFFFF"/>
                </a:solidFill>
                <a:latin typeface="Gill Sans"/>
                <a:ea typeface="Gill Sans"/>
                <a:cs typeface="Gill Sans"/>
                <a:sym typeface="Gill Sans"/>
              </a:rPr>
              <a:t>CAMPAÑA MAURICIO</a:t>
            </a:r>
            <a:endParaRPr sz="1600" b="1" i="0" u="none" strike="noStrike" cap="none" dirty="0">
              <a:solidFill>
                <a:srgbClr val="FFFFFF"/>
              </a:solidFill>
              <a:latin typeface="Gill Sans"/>
              <a:ea typeface="Gill Sans"/>
              <a:cs typeface="Gill Sans"/>
              <a:sym typeface="Gill Sans"/>
            </a:endParaRPr>
          </a:p>
        </p:txBody>
      </p:sp>
      <p:sp>
        <p:nvSpPr>
          <p:cNvPr id="100" name="Google Shape;100;p1"/>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1</a:t>
            </a:r>
            <a:endParaRPr/>
          </a:p>
        </p:txBody>
      </p:sp>
      <p:sp>
        <p:nvSpPr>
          <p:cNvPr id="2" name="Subtítulo 2">
            <a:extLst>
              <a:ext uri="{FF2B5EF4-FFF2-40B4-BE49-F238E27FC236}">
                <a16:creationId xmlns:a16="http://schemas.microsoft.com/office/drawing/2014/main" id="{3D0C571E-A349-4667-927F-5916BE6073A2}"/>
              </a:ext>
            </a:extLst>
          </p:cNvPr>
          <p:cNvSpPr>
            <a:spLocks noGrp="1"/>
          </p:cNvSpPr>
          <p:nvPr/>
        </p:nvSpPr>
        <p:spPr>
          <a:xfrm>
            <a:off x="680506" y="4570280"/>
            <a:ext cx="4734774" cy="1235358"/>
          </a:xfrm>
          <a:prstGeom prst="rect">
            <a:avLst/>
          </a:prstGeom>
        </p:spPr>
        <p:txBody>
          <a:bodyPr vert="horz" lIns="91440" tIns="45720" rIns="91440" bIns="45720" rtlCol="0" anchor="t">
            <a:normAutofit fontScale="85000" lnSpcReduction="20000"/>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r>
              <a:rPr lang="es-EC" b="1" dirty="0">
                <a:solidFill>
                  <a:schemeClr val="bg1"/>
                </a:solidFill>
              </a:rPr>
              <a:t>Integrantes: 	</a:t>
            </a:r>
            <a:r>
              <a:rPr lang="es-EC" dirty="0">
                <a:solidFill>
                  <a:schemeClr val="bg1"/>
                </a:solidFill>
              </a:rPr>
              <a:t>Adrián iza</a:t>
            </a:r>
          </a:p>
          <a:p>
            <a:r>
              <a:rPr lang="es-EC" dirty="0">
                <a:solidFill>
                  <a:schemeClr val="bg1"/>
                </a:solidFill>
              </a:rPr>
              <a:t>				Christopher </a:t>
            </a:r>
            <a:r>
              <a:rPr lang="es-EC" dirty="0" err="1">
                <a:solidFill>
                  <a:schemeClr val="bg1"/>
                </a:solidFill>
              </a:rPr>
              <a:t>Loachamín</a:t>
            </a:r>
            <a:endParaRPr lang="es-EC" dirty="0">
              <a:solidFill>
                <a:schemeClr val="bg1"/>
              </a:solidFill>
            </a:endParaRPr>
          </a:p>
          <a:p>
            <a:r>
              <a:rPr lang="es-EC" dirty="0">
                <a:solidFill>
                  <a:schemeClr val="bg1"/>
                </a:solidFill>
              </a:rPr>
              <a:t>				Carlos Romero</a:t>
            </a:r>
          </a:p>
          <a:p>
            <a:r>
              <a:rPr lang="es-EC" dirty="0">
                <a:solidFill>
                  <a:schemeClr val="bg1"/>
                </a:solidFill>
              </a:rPr>
              <a:t>			      </a:t>
            </a:r>
          </a:p>
          <a:p>
            <a:endParaRPr lang="es-EC" dirty="0">
              <a:solidFill>
                <a:schemeClr val="bg1"/>
              </a:solidFill>
            </a:endParaRPr>
          </a:p>
        </p:txBody>
      </p:sp>
      <p:sp>
        <p:nvSpPr>
          <p:cNvPr id="4" name="Subtítulo 3">
            <a:extLst>
              <a:ext uri="{FF2B5EF4-FFF2-40B4-BE49-F238E27FC236}">
                <a16:creationId xmlns:a16="http://schemas.microsoft.com/office/drawing/2014/main" id="{6992A7E7-5370-070C-99E9-FF6BEC5C103A}"/>
              </a:ext>
            </a:extLst>
          </p:cNvPr>
          <p:cNvSpPr>
            <a:spLocks noGrp="1"/>
          </p:cNvSpPr>
          <p:nvPr>
            <p:ph type="subTitle" idx="1"/>
          </p:nvPr>
        </p:nvSpPr>
        <p:spPr/>
        <p:txBody>
          <a:bodyPr/>
          <a:lstStyle/>
          <a:p>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
        <p:cNvGrpSpPr/>
        <p:nvPr/>
      </p:nvGrpSpPr>
      <p:grpSpPr>
        <a:xfrm>
          <a:off x="0" y="0"/>
          <a:ext cx="0" cy="0"/>
          <a:chOff x="0" y="0"/>
          <a:chExt cx="0" cy="0"/>
        </a:xfrm>
      </p:grpSpPr>
      <p:sp>
        <p:nvSpPr>
          <p:cNvPr id="105" name="Google Shape;105;p2"/>
          <p:cNvSpPr/>
          <p:nvPr/>
        </p:nvSpPr>
        <p:spPr>
          <a:xfrm>
            <a:off x="0" y="614406"/>
            <a:ext cx="12192000" cy="62435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Gill Sans"/>
              <a:buNone/>
            </a:pPr>
            <a:endParaRPr sz="1800" b="0" i="0" u="none" strike="noStrike" cap="none">
              <a:solidFill>
                <a:srgbClr val="FFFFFF"/>
              </a:solidFill>
              <a:latin typeface="Gill Sans"/>
              <a:ea typeface="Gill Sans"/>
              <a:cs typeface="Gill Sans"/>
              <a:sym typeface="Gill Sans"/>
            </a:endParaRPr>
          </a:p>
        </p:txBody>
      </p:sp>
      <p:sp>
        <p:nvSpPr>
          <p:cNvPr id="106" name="Google Shape;106;p2"/>
          <p:cNvSpPr/>
          <p:nvPr/>
        </p:nvSpPr>
        <p:spPr>
          <a:xfrm>
            <a:off x="442377" y="614407"/>
            <a:ext cx="3707477" cy="5611772"/>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txBox="1">
            <a:spLocks noGrp="1"/>
          </p:cNvSpPr>
          <p:nvPr>
            <p:ph type="body" idx="1"/>
          </p:nvPr>
        </p:nvSpPr>
        <p:spPr>
          <a:xfrm>
            <a:off x="596348" y="701336"/>
            <a:ext cx="3389726" cy="5424255"/>
          </a:xfrm>
          <a:prstGeom prst="rect">
            <a:avLst/>
          </a:prstGeom>
          <a:noFill/>
          <a:ln>
            <a:noFill/>
          </a:ln>
        </p:spPr>
        <p:txBody>
          <a:bodyPr spcFirstLastPara="1" wrap="square" lIns="91425" tIns="45700" rIns="91425" bIns="45700" anchor="ctr" anchorCtr="0">
            <a:normAutofit/>
          </a:bodyPr>
          <a:lstStyle/>
          <a:p>
            <a:pPr marL="306000" lvl="0" indent="-334194" algn="l" rtl="0">
              <a:spcBef>
                <a:spcPts val="0"/>
              </a:spcBef>
              <a:spcAft>
                <a:spcPts val="0"/>
              </a:spcAft>
              <a:buClr>
                <a:schemeClr val="lt1"/>
              </a:buClr>
              <a:buSzPts val="2100"/>
              <a:buChar char="◼"/>
            </a:pPr>
            <a:r>
              <a:rPr lang="es-ES" sz="2100" b="1" dirty="0">
                <a:solidFill>
                  <a:schemeClr val="lt1"/>
                </a:solidFill>
                <a:latin typeface="Calibri"/>
                <a:ea typeface="Calibri"/>
                <a:cs typeface="Calibri"/>
                <a:sym typeface="Calibri"/>
              </a:rPr>
              <a:t>INTRODUCCIÓN</a:t>
            </a:r>
            <a:endParaRPr sz="2100" b="1" dirty="0">
              <a:solidFill>
                <a:schemeClr val="lt1"/>
              </a:solidFill>
              <a:latin typeface="Calibri"/>
              <a:ea typeface="Calibri"/>
              <a:cs typeface="Calibri"/>
              <a:sym typeface="Calibri"/>
            </a:endParaRPr>
          </a:p>
          <a:p>
            <a:pPr marL="306000" lvl="0" indent="-334194" algn="l" rtl="0">
              <a:spcBef>
                <a:spcPts val="0"/>
              </a:spcBef>
              <a:spcAft>
                <a:spcPts val="0"/>
              </a:spcAft>
              <a:buClr>
                <a:schemeClr val="lt1"/>
              </a:buClr>
              <a:buSzPts val="2100"/>
              <a:buChar char="◼"/>
            </a:pPr>
            <a:r>
              <a:rPr lang="es-ES" sz="2100" b="1" dirty="0">
                <a:solidFill>
                  <a:schemeClr val="lt1"/>
                </a:solidFill>
                <a:latin typeface="Calibri"/>
                <a:ea typeface="Calibri"/>
                <a:cs typeface="Calibri"/>
                <a:sym typeface="Calibri"/>
              </a:rPr>
              <a:t>OBJETIVO</a:t>
            </a:r>
            <a:endParaRPr sz="2100" b="1" dirty="0">
              <a:solidFill>
                <a:schemeClr val="lt1"/>
              </a:solidFill>
              <a:latin typeface="Calibri"/>
              <a:ea typeface="Calibri"/>
              <a:cs typeface="Calibri"/>
              <a:sym typeface="Calibri"/>
            </a:endParaRPr>
          </a:p>
          <a:p>
            <a:pPr marL="306000" lvl="0" indent="-334194" algn="l" rtl="0">
              <a:spcBef>
                <a:spcPts val="0"/>
              </a:spcBef>
              <a:spcAft>
                <a:spcPts val="0"/>
              </a:spcAft>
              <a:buClr>
                <a:schemeClr val="lt1"/>
              </a:buClr>
              <a:buSzPts val="2100"/>
              <a:buChar char="◼"/>
            </a:pPr>
            <a:r>
              <a:rPr lang="es-ES" sz="2100" b="1" dirty="0">
                <a:solidFill>
                  <a:schemeClr val="lt1"/>
                </a:solidFill>
                <a:latin typeface="Calibri"/>
                <a:ea typeface="Calibri"/>
                <a:cs typeface="Calibri"/>
                <a:sym typeface="Calibri"/>
              </a:rPr>
              <a:t>MARCO TEÓRICO</a:t>
            </a:r>
            <a:endParaRPr sz="2100" b="1" dirty="0">
              <a:solidFill>
                <a:schemeClr val="lt1"/>
              </a:solidFill>
              <a:latin typeface="Calibri"/>
              <a:ea typeface="Calibri"/>
              <a:cs typeface="Calibri"/>
              <a:sym typeface="Calibri"/>
            </a:endParaRPr>
          </a:p>
          <a:p>
            <a:pPr marL="306000" lvl="0" indent="-334194" algn="l" rtl="0">
              <a:spcBef>
                <a:spcPts val="0"/>
              </a:spcBef>
              <a:spcAft>
                <a:spcPts val="0"/>
              </a:spcAft>
              <a:buClr>
                <a:schemeClr val="lt1"/>
              </a:buClr>
              <a:buSzPts val="2100"/>
              <a:buFont typeface="Calibri"/>
              <a:buChar char="◼"/>
            </a:pPr>
            <a:r>
              <a:rPr lang="es-ES" sz="2100" b="1" dirty="0">
                <a:solidFill>
                  <a:schemeClr val="lt1"/>
                </a:solidFill>
                <a:latin typeface="Calibri"/>
                <a:ea typeface="Calibri"/>
                <a:cs typeface="Calibri"/>
                <a:sym typeface="Calibri"/>
              </a:rPr>
              <a:t>DESCRIPCIÓN DEL TALLER</a:t>
            </a:r>
            <a:endParaRPr sz="2100" b="1" dirty="0">
              <a:solidFill>
                <a:schemeClr val="lt1"/>
              </a:solidFill>
              <a:latin typeface="Calibri"/>
              <a:ea typeface="Calibri"/>
              <a:cs typeface="Calibri"/>
              <a:sym typeface="Calibri"/>
            </a:endParaRPr>
          </a:p>
          <a:p>
            <a:pPr marL="306000" lvl="0" indent="-334194" algn="l" rtl="0">
              <a:spcBef>
                <a:spcPts val="0"/>
              </a:spcBef>
              <a:spcAft>
                <a:spcPts val="0"/>
              </a:spcAft>
              <a:buClr>
                <a:schemeClr val="lt1"/>
              </a:buClr>
              <a:buSzPts val="2100"/>
              <a:buChar char="◼"/>
            </a:pPr>
            <a:r>
              <a:rPr lang="es-ES" sz="2100" b="1" dirty="0">
                <a:solidFill>
                  <a:schemeClr val="lt1"/>
                </a:solidFill>
                <a:latin typeface="Calibri"/>
                <a:ea typeface="Calibri"/>
                <a:cs typeface="Calibri"/>
                <a:sym typeface="Calibri"/>
              </a:rPr>
              <a:t>CONCLUSIONES</a:t>
            </a:r>
            <a:endParaRPr sz="2100" b="1" dirty="0">
              <a:solidFill>
                <a:schemeClr val="lt1"/>
              </a:solidFill>
              <a:latin typeface="Calibri"/>
              <a:ea typeface="Calibri"/>
              <a:cs typeface="Calibri"/>
              <a:sym typeface="Calibri"/>
            </a:endParaRPr>
          </a:p>
          <a:p>
            <a:pPr marL="306000" lvl="0" indent="-334194" algn="l" rtl="0">
              <a:spcBef>
                <a:spcPts val="0"/>
              </a:spcBef>
              <a:spcAft>
                <a:spcPts val="0"/>
              </a:spcAft>
              <a:buClr>
                <a:schemeClr val="lt1"/>
              </a:buClr>
              <a:buSzPts val="2100"/>
              <a:buChar char="◼"/>
            </a:pPr>
            <a:r>
              <a:rPr lang="es-ES" sz="2100" b="1" dirty="0">
                <a:solidFill>
                  <a:schemeClr val="lt1"/>
                </a:solidFill>
                <a:latin typeface="Calibri"/>
                <a:ea typeface="Calibri"/>
                <a:cs typeface="Calibri"/>
                <a:sym typeface="Calibri"/>
              </a:rPr>
              <a:t>RECOMENDACIONES</a:t>
            </a:r>
            <a:endParaRPr sz="1400" dirty="0">
              <a:solidFill>
                <a:schemeClr val="dk1"/>
              </a:solidFill>
              <a:latin typeface="Arial"/>
              <a:ea typeface="Arial"/>
              <a:cs typeface="Arial"/>
              <a:sym typeface="Arial"/>
            </a:endParaRPr>
          </a:p>
          <a:p>
            <a:pPr marL="306000" lvl="0" indent="-334194" algn="l" rtl="0">
              <a:spcBef>
                <a:spcPts val="0"/>
              </a:spcBef>
              <a:spcAft>
                <a:spcPts val="0"/>
              </a:spcAft>
              <a:buClr>
                <a:schemeClr val="lt1"/>
              </a:buClr>
              <a:buSzPts val="2100"/>
              <a:buChar char="◼"/>
            </a:pPr>
            <a:r>
              <a:rPr lang="es-ES" sz="2100" b="1" dirty="0">
                <a:solidFill>
                  <a:schemeClr val="lt1"/>
                </a:solidFill>
                <a:latin typeface="Calibri"/>
                <a:ea typeface="Calibri"/>
                <a:cs typeface="Calibri"/>
                <a:sym typeface="Calibri"/>
              </a:rPr>
              <a:t>BIBLIOGRAFÍA </a:t>
            </a:r>
            <a:endParaRPr dirty="0">
              <a:solidFill>
                <a:schemeClr val="lt1"/>
              </a:solidFill>
            </a:endParaRPr>
          </a:p>
        </p:txBody>
      </p:sp>
      <p:pic>
        <p:nvPicPr>
          <p:cNvPr id="108" name="Google Shape;108;p2" descr="Resultado de imagen para AGENDA PNG"/>
          <p:cNvPicPr preferRelativeResize="0"/>
          <p:nvPr/>
        </p:nvPicPr>
        <p:blipFill rotWithShape="1">
          <a:blip r:embed="rId3">
            <a:alphaModFix/>
          </a:blip>
          <a:srcRect/>
          <a:stretch/>
        </p:blipFill>
        <p:spPr>
          <a:xfrm>
            <a:off x="4791522" y="1935576"/>
            <a:ext cx="6489819" cy="3007477"/>
          </a:xfrm>
          <a:prstGeom prst="rect">
            <a:avLst/>
          </a:prstGeom>
          <a:noFill/>
          <a:ln>
            <a:noFill/>
          </a:ln>
        </p:spPr>
      </p:pic>
      <p:sp>
        <p:nvSpPr>
          <p:cNvPr id="109" name="Google Shape;109;p2"/>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dirty="0"/>
              <a:t>INTRODUCCIÓN</a:t>
            </a:r>
            <a:endParaRPr dirty="0"/>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 name="Google Shape;122;p3"/>
          <p:cNvSpPr txBox="1">
            <a:spLocks noGrp="1"/>
          </p:cNvSpPr>
          <p:nvPr>
            <p:ph type="body" idx="1"/>
          </p:nvPr>
        </p:nvSpPr>
        <p:spPr>
          <a:xfrm>
            <a:off x="397408" y="1865915"/>
            <a:ext cx="8620500" cy="4788103"/>
          </a:xfrm>
          <a:prstGeom prst="rect">
            <a:avLst/>
          </a:prstGeom>
          <a:noFill/>
          <a:ln>
            <a:noFill/>
          </a:ln>
        </p:spPr>
        <p:txBody>
          <a:bodyPr spcFirstLastPara="1" wrap="square" lIns="91425" tIns="45700" rIns="91425" bIns="45700" anchor="ctr" anchorCtr="0">
            <a:normAutofit/>
          </a:bodyPr>
          <a:lstStyle/>
          <a:p>
            <a:pPr algn="just">
              <a:lnSpc>
                <a:spcPct val="107000"/>
              </a:lnSpc>
              <a:spcAft>
                <a:spcPts val="800"/>
              </a:spcAft>
            </a:pPr>
            <a:r>
              <a:rPr lang="es-ES" sz="1800" dirty="0">
                <a:effectLst/>
                <a:latin typeface="Times New Roman" panose="02020603050405020304" pitchFamily="18" charset="0"/>
                <a:ea typeface="Calibri" panose="020F0502020204030204" pitchFamily="34" charset="0"/>
              </a:rPr>
              <a:t>Los servicios web son totalmente independientes de lenguajes y plataformas, un servicio web escrito en C# puede ser accedido por clientes escritos en otros lenguajes o plataformas y viceversa. </a:t>
            </a:r>
            <a:r>
              <a:rPr lang="es-ES" sz="1800" dirty="0" err="1">
                <a:effectLst/>
                <a:latin typeface="Times New Roman" panose="02020603050405020304" pitchFamily="18" charset="0"/>
                <a:ea typeface="Calibri" panose="020F0502020204030204" pitchFamily="34" charset="0"/>
              </a:rPr>
              <a:t>DotNet</a:t>
            </a:r>
            <a:r>
              <a:rPr lang="es-ES" sz="1800" dirty="0">
                <a:effectLst/>
                <a:latin typeface="Times New Roman" panose="02020603050405020304" pitchFamily="18" charset="0"/>
                <a:ea typeface="Calibri" panose="020F0502020204030204" pitchFamily="34" charset="0"/>
              </a:rPr>
              <a:t> soporta la creación de servicios WEB usando los dos métodos, pero este capítulo se centrará en el desarrollo de servicios web usando RESTFUL para ello se usará un lenguaje de definición de servicios web.</a:t>
            </a:r>
            <a:endParaRPr lang="es-EC" sz="1800" dirty="0">
              <a:effectLst/>
              <a:latin typeface="Calibri" panose="020F0502020204030204" pitchFamily="34" charset="0"/>
              <a:ea typeface="Calibri" panose="020F0502020204030204" pitchFamily="34" charset="0"/>
            </a:endParaRPr>
          </a:p>
          <a:p>
            <a:pPr algn="just">
              <a:lnSpc>
                <a:spcPct val="107000"/>
              </a:lnSpc>
              <a:spcAft>
                <a:spcPts val="800"/>
              </a:spcAft>
            </a:pPr>
            <a:r>
              <a:rPr lang="es-ES" sz="1800" dirty="0">
                <a:effectLst/>
                <a:latin typeface="Times New Roman" panose="02020603050405020304" pitchFamily="18" charset="0"/>
                <a:ea typeface="Calibri" panose="020F0502020204030204" pitchFamily="34" charset="0"/>
              </a:rPr>
              <a:t>Una de las grandes ventajas de los servicios Web es que pueden ser accedidos desde cualquier aplicación que sea capaz de generar mensajes e interpretar mensajes escritos en </a:t>
            </a:r>
            <a:r>
              <a:rPr lang="es-ES" dirty="0">
                <a:latin typeface="Times New Roman" panose="02020603050405020304" pitchFamily="18" charset="0"/>
                <a:ea typeface="Calibri" panose="020F0502020204030204" pitchFamily="34" charset="0"/>
              </a:rPr>
              <a:t>RESTFUL</a:t>
            </a:r>
            <a:r>
              <a:rPr lang="es-ES" sz="1800" dirty="0">
                <a:effectLst/>
                <a:latin typeface="Times New Roman" panose="02020603050405020304" pitchFamily="18" charset="0"/>
                <a:ea typeface="Calibri" panose="020F0502020204030204" pitchFamily="34" charset="0"/>
              </a:rPr>
              <a:t>, aún cuando ésta no esté diseñada para la plataforma .NET Es más, los aplicaciones que consuman estos servicios no necesitan conocer ni cuál es la plataforma ni cuál es el modelo de objetos ni cuál es el lenguaje utilizado para implementar estos servicios. </a:t>
            </a:r>
            <a:endParaRPr lang="es-EC" sz="1800" dirty="0">
              <a:effectLst/>
              <a:latin typeface="Calibri" panose="020F0502020204030204" pitchFamily="34" charset="0"/>
              <a:ea typeface="Calibri" panose="020F0502020204030204" pitchFamily="34" charset="0"/>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lvl="0" indent="-361950" algn="l" rtl="0">
              <a:spcBef>
                <a:spcPts val="0"/>
              </a:spcBef>
              <a:spcAft>
                <a:spcPts val="0"/>
              </a:spcAft>
              <a:buClr>
                <a:srgbClr val="FFFF00"/>
              </a:buClr>
              <a:buSzPts val="2100"/>
              <a:buFont typeface="Noto Sans Symbols"/>
              <a:buChar char="◼"/>
            </a:pPr>
            <a:r>
              <a:rPr lang="es-ES" sz="2100" b="1" dirty="0">
                <a:solidFill>
                  <a:srgbClr val="FFFF00"/>
                </a:solidFill>
                <a:latin typeface="Calibri"/>
                <a:ea typeface="Calibri"/>
                <a:cs typeface="Calibri"/>
                <a:sym typeface="Calibri"/>
              </a:rPr>
              <a:t>INTRODUCCIÓN</a:t>
            </a:r>
            <a:endParaRPr sz="2100" b="1" dirty="0">
              <a:solidFill>
                <a:srgbClr val="FFFF00"/>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OBJETIVO</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MARCO TEÓRICO</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chemeClr val="lt1"/>
                </a:solidFill>
                <a:latin typeface="Calibri"/>
                <a:ea typeface="Calibri"/>
                <a:cs typeface="Calibri"/>
                <a:sym typeface="Calibri"/>
              </a:rPr>
              <a:t>DESCRIPCIÓN DEL TALLER</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chemeClr val="lt1"/>
                </a:solidFill>
                <a:latin typeface="Calibri"/>
                <a:ea typeface="Calibri"/>
                <a:cs typeface="Calibri"/>
                <a:sym typeface="Calibri"/>
              </a:rPr>
              <a:t>DESARROLLO EJ N°1</a:t>
            </a: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CONCLUSIONES</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RECOMENDACIONES</a:t>
            </a:r>
            <a:endParaRPr dirty="0">
              <a:solidFill>
                <a:schemeClr val="dk1"/>
              </a:solidFill>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BIBLIOGRAFÍA </a:t>
            </a:r>
            <a:endParaRPr sz="2100" b="1" dirty="0">
              <a:solidFill>
                <a:srgbClr val="FFFF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8"/>
        <p:cNvGrpSpPr/>
        <p:nvPr/>
      </p:nvGrpSpPr>
      <p:grpSpPr>
        <a:xfrm>
          <a:off x="0" y="0"/>
          <a:ext cx="0" cy="0"/>
          <a:chOff x="0" y="0"/>
          <a:chExt cx="0" cy="0"/>
        </a:xfrm>
      </p:grpSpPr>
      <p:sp>
        <p:nvSpPr>
          <p:cNvPr id="129" name="Google Shape;129;p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pic>
        <p:nvPicPr>
          <p:cNvPr id="130" name="Google Shape;130;p4" descr="Imagen que contiene electrónica, circuito&#10;&#10;Descripción generada automáticamente"/>
          <p:cNvPicPr preferRelativeResize="0"/>
          <p:nvPr/>
        </p:nvPicPr>
        <p:blipFill rotWithShape="1">
          <a:blip r:embed="rId3">
            <a:alphaModFix amt="35000"/>
          </a:blip>
          <a:srcRect t="15730"/>
          <a:stretch/>
        </p:blipFill>
        <p:spPr>
          <a:xfrm>
            <a:off x="-2500" y="10"/>
            <a:ext cx="12191980" cy="6857990"/>
          </a:xfrm>
          <a:prstGeom prst="rect">
            <a:avLst/>
          </a:prstGeom>
          <a:noFill/>
          <a:ln>
            <a:noFill/>
          </a:ln>
        </p:spPr>
      </p:pic>
      <p:sp>
        <p:nvSpPr>
          <p:cNvPr id="131" name="Google Shape;131;p4"/>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OBJETIVO</a:t>
            </a:r>
            <a:endParaRPr/>
          </a:p>
        </p:txBody>
      </p:sp>
      <p:grpSp>
        <p:nvGrpSpPr>
          <p:cNvPr id="133" name="Google Shape;133;p4"/>
          <p:cNvGrpSpPr/>
          <p:nvPr/>
        </p:nvGrpSpPr>
        <p:grpSpPr>
          <a:xfrm>
            <a:off x="446534" y="453643"/>
            <a:ext cx="11298933" cy="98554"/>
            <a:chOff x="446534" y="453643"/>
            <a:chExt cx="11298933" cy="98554"/>
          </a:xfrm>
        </p:grpSpPr>
        <p:sp>
          <p:nvSpPr>
            <p:cNvPr id="134" name="Google Shape;134;p4"/>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4"/>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4"/>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 name="Google Shape;137;p4"/>
          <p:cNvSpPr txBox="1">
            <a:spLocks noGrp="1"/>
          </p:cNvSpPr>
          <p:nvPr>
            <p:ph type="body" idx="1"/>
          </p:nvPr>
        </p:nvSpPr>
        <p:spPr>
          <a:xfrm>
            <a:off x="440281" y="2418102"/>
            <a:ext cx="8620500" cy="3080100"/>
          </a:xfrm>
          <a:prstGeom prst="rect">
            <a:avLst/>
          </a:prstGeom>
          <a:noFill/>
          <a:ln>
            <a:noFill/>
          </a:ln>
        </p:spPr>
        <p:txBody>
          <a:bodyPr spcFirstLastPara="1" wrap="square" lIns="91425" tIns="45700" rIns="91425" bIns="45700" anchor="ctr" anchorCtr="0">
            <a:normAutofit/>
          </a:bodyPr>
          <a:lstStyle/>
          <a:p>
            <a:pPr>
              <a:lnSpc>
                <a:spcPct val="107000"/>
              </a:lnSpc>
              <a:spcAft>
                <a:spcPts val="800"/>
              </a:spcAft>
            </a:pPr>
            <a:r>
              <a:rPr lang="es-ES" sz="1800" dirty="0">
                <a:effectLst/>
                <a:latin typeface="Times New Roman" panose="02020603050405020304" pitchFamily="18" charset="0"/>
                <a:ea typeface="Calibri" panose="020F0502020204030204" pitchFamily="34" charset="0"/>
              </a:rPr>
              <a:t>Desarrollar un servidor web con sus respectivos servicios y un cliente con la plataforma .NET y utilizando la tecnología </a:t>
            </a:r>
            <a:r>
              <a:rPr lang="es-ES" dirty="0">
                <a:latin typeface="Times New Roman" panose="02020603050405020304" pitchFamily="18" charset="0"/>
                <a:ea typeface="Calibri" panose="020F0502020204030204" pitchFamily="34" charset="0"/>
              </a:rPr>
              <a:t>RESTFUL</a:t>
            </a:r>
            <a:r>
              <a:rPr lang="es-ES" sz="1800" dirty="0">
                <a:effectLst/>
                <a:latin typeface="Times New Roman" panose="02020603050405020304" pitchFamily="18" charset="0"/>
                <a:ea typeface="Calibri" panose="020F0502020204030204" pitchFamily="34" charset="0"/>
              </a:rPr>
              <a:t> </a:t>
            </a:r>
            <a:r>
              <a:rPr lang="es-ES" dirty="0">
                <a:latin typeface="Times New Roman" panose="02020603050405020304" pitchFamily="18" charset="0"/>
                <a:ea typeface="Calibri" panose="020F0502020204030204" pitchFamily="34" charset="0"/>
              </a:rPr>
              <a:t>para conversión de unidades</a:t>
            </a:r>
            <a:r>
              <a:rPr lang="es-ES" sz="1800" dirty="0">
                <a:effectLst/>
                <a:latin typeface="Times New Roman" panose="02020603050405020304" pitchFamily="18" charset="0"/>
                <a:ea typeface="Calibri" panose="020F0502020204030204" pitchFamily="34" charset="0"/>
              </a:rPr>
              <a:t>.</a:t>
            </a:r>
            <a:endParaRPr lang="es-EC" sz="1800" dirty="0">
              <a:effectLst/>
              <a:latin typeface="Calibri" panose="020F0502020204030204" pitchFamily="34" charset="0"/>
              <a:ea typeface="Calibri" panose="020F0502020204030204" pitchFamily="34" charset="0"/>
            </a:endParaRPr>
          </a:p>
        </p:txBody>
      </p:sp>
      <p:sp>
        <p:nvSpPr>
          <p:cNvPr id="13" name="Google Shape;123;p3">
            <a:extLst>
              <a:ext uri="{FF2B5EF4-FFF2-40B4-BE49-F238E27FC236}">
                <a16:creationId xmlns:a16="http://schemas.microsoft.com/office/drawing/2014/main" id="{B9F41B0B-8EE7-4BBA-8635-A82F48CCCCF4}"/>
              </a:ext>
            </a:extLst>
          </p:cNvPr>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lvl="0" indent="-361950" algn="l" rtl="0">
              <a:spcBef>
                <a:spcPts val="0"/>
              </a:spcBef>
              <a:spcAft>
                <a:spcPts val="0"/>
              </a:spcAft>
              <a:buClr>
                <a:srgbClr val="FFFF00"/>
              </a:buClr>
              <a:buSzPts val="2100"/>
              <a:buFont typeface="Noto Sans Symbols"/>
              <a:buChar char="◼"/>
            </a:pPr>
            <a:r>
              <a:rPr lang="es-ES" sz="2100" b="1" dirty="0">
                <a:solidFill>
                  <a:schemeClr val="bg1"/>
                </a:solidFill>
                <a:latin typeface="Calibri"/>
                <a:ea typeface="Calibri"/>
                <a:cs typeface="Calibri"/>
                <a:sym typeface="Calibri"/>
              </a:rPr>
              <a:t>INTRODUCCIÓN</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rgbClr val="FFFF00"/>
                </a:solidFill>
                <a:latin typeface="Calibri"/>
                <a:ea typeface="Calibri"/>
                <a:cs typeface="Calibri"/>
                <a:sym typeface="Calibri"/>
              </a:rPr>
              <a:t>OBJETIVO</a:t>
            </a:r>
            <a:endParaRPr sz="2100" b="1" dirty="0">
              <a:solidFill>
                <a:srgbClr val="FFFF00"/>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MARCO TEÓRICO</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chemeClr val="lt1"/>
                </a:solidFill>
                <a:latin typeface="Calibri"/>
                <a:ea typeface="Calibri"/>
                <a:cs typeface="Calibri"/>
                <a:sym typeface="Calibri"/>
              </a:rPr>
              <a:t>DESCRIPCIÓN DEL TALLER</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chemeClr val="lt1"/>
                </a:solidFill>
                <a:latin typeface="Calibri"/>
                <a:ea typeface="Calibri"/>
                <a:cs typeface="Calibri"/>
                <a:sym typeface="Calibri"/>
              </a:rPr>
              <a:t>DESARROLLO EJ N°1</a:t>
            </a: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CONCLUSIONES</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RECOMENDACIONES</a:t>
            </a:r>
            <a:endParaRPr dirty="0">
              <a:solidFill>
                <a:schemeClr val="dk1"/>
              </a:solidFill>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BIBLIOGRAFÍA </a:t>
            </a:r>
            <a:endParaRPr sz="2100" b="1" dirty="0">
              <a:solidFill>
                <a:srgbClr val="FFFF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DESCRIPCIÓN DEL PROYECTO</a:t>
            </a:r>
            <a:endParaRPr/>
          </a:p>
        </p:txBody>
      </p:sp>
      <p:sp>
        <p:nvSpPr>
          <p:cNvPr id="170" name="Google Shape;170;p8"/>
          <p:cNvSpPr txBox="1">
            <a:spLocks noGrp="1"/>
          </p:cNvSpPr>
          <p:nvPr>
            <p:ph type="body" idx="1"/>
          </p:nvPr>
        </p:nvSpPr>
        <p:spPr>
          <a:xfrm>
            <a:off x="467900" y="2209257"/>
            <a:ext cx="8394746" cy="4648744"/>
          </a:xfrm>
          <a:prstGeom prst="rect">
            <a:avLst/>
          </a:prstGeom>
          <a:noFill/>
          <a:ln>
            <a:noFill/>
          </a:ln>
        </p:spPr>
        <p:txBody>
          <a:bodyPr spcFirstLastPara="1" wrap="square" lIns="91425" tIns="45700" rIns="91425" bIns="45700" anchor="ctr" anchorCtr="0">
            <a:normAutofit/>
          </a:bodyPr>
          <a:lstStyle/>
          <a:p>
            <a:pPr marL="0" indent="0" algn="just">
              <a:lnSpc>
                <a:spcPct val="115000"/>
              </a:lnSpc>
              <a:spcBef>
                <a:spcPts val="0"/>
              </a:spcBef>
              <a:spcAft>
                <a:spcPts val="1000"/>
              </a:spcAft>
              <a:buNone/>
            </a:pPr>
            <a:r>
              <a:rPr lang="es-EC" sz="1800" dirty="0">
                <a:effectLst/>
                <a:latin typeface="Calibri" panose="020F0502020204030204" pitchFamily="34" charset="0"/>
                <a:ea typeface="Calibri" panose="020F0502020204030204" pitchFamily="34" charset="0"/>
                <a:cs typeface="Times New Roman" panose="02020603050405020304" pitchFamily="18" charset="0"/>
              </a:rPr>
              <a:t>Se desea implementar un sistema para una conversion de unidades de centímetros a pulgadas y de pulgadas a centímetros. </a:t>
            </a:r>
          </a:p>
          <a:p>
            <a:pPr marL="0" indent="0" algn="just">
              <a:lnSpc>
                <a:spcPct val="115000"/>
              </a:lnSpc>
              <a:spcBef>
                <a:spcPts val="0"/>
              </a:spcBef>
              <a:spcAft>
                <a:spcPts val="1000"/>
              </a:spcAft>
              <a:buNone/>
            </a:pPr>
            <a:r>
              <a:rPr lang="es-EC" sz="1800" dirty="0">
                <a:effectLst/>
                <a:latin typeface="Calibri" panose="020F0502020204030204" pitchFamily="34" charset="0"/>
                <a:ea typeface="Calibri" panose="020F0502020204030204" pitchFamily="34" charset="0"/>
                <a:cs typeface="Times New Roman" panose="02020603050405020304" pitchFamily="18" charset="0"/>
              </a:rPr>
              <a:t>Se le contrata a usted para que desarrolle el sistema conversión de unidades, para lo cual debe programar.</a:t>
            </a:r>
          </a:p>
          <a:p>
            <a:pPr marL="342900" marR="0" lvl="0" indent="-342900" algn="just">
              <a:lnSpc>
                <a:spcPct val="115000"/>
              </a:lnSpc>
              <a:spcBef>
                <a:spcPts val="0"/>
              </a:spcBef>
              <a:spcAft>
                <a:spcPts val="0"/>
              </a:spcAft>
              <a:buFont typeface="+mj-lt"/>
              <a:buAutoNum type="arabicPeriod"/>
            </a:pPr>
            <a:r>
              <a:rPr lang="es-EC" sz="1800" dirty="0">
                <a:effectLst/>
                <a:latin typeface="Calibri" panose="020F0502020204030204" pitchFamily="34" charset="0"/>
                <a:ea typeface="Calibri" panose="020F0502020204030204" pitchFamily="34" charset="0"/>
                <a:cs typeface="Times New Roman" panose="02020603050405020304" pitchFamily="18" charset="0"/>
              </a:rPr>
              <a:t>Web Service</a:t>
            </a:r>
          </a:p>
          <a:p>
            <a:pPr marL="342900" marR="0" lvl="0" indent="-342900" algn="just">
              <a:lnSpc>
                <a:spcPct val="115000"/>
              </a:lnSpc>
              <a:spcBef>
                <a:spcPts val="0"/>
              </a:spcBef>
              <a:spcAft>
                <a:spcPts val="0"/>
              </a:spcAft>
              <a:buFont typeface="+mj-lt"/>
              <a:buAutoNum type="arabicPeriod"/>
            </a:pPr>
            <a:r>
              <a:rPr lang="es-EC" sz="1800" dirty="0">
                <a:effectLst/>
                <a:latin typeface="Calibri" panose="020F0502020204030204" pitchFamily="34" charset="0"/>
                <a:ea typeface="Calibri" panose="020F0502020204030204" pitchFamily="34" charset="0"/>
                <a:cs typeface="Times New Roman" panose="02020603050405020304" pitchFamily="18" charset="0"/>
              </a:rPr>
              <a:t>Cliente de Web Service a ser utilizado en el </a:t>
            </a:r>
            <a:r>
              <a:rPr lang="es-EC" dirty="0">
                <a:latin typeface="Calibri" panose="020F0502020204030204" pitchFamily="34" charset="0"/>
                <a:ea typeface="Calibri" panose="020F0502020204030204" pitchFamily="34" charset="0"/>
                <a:cs typeface="Times New Roman" panose="02020603050405020304" pitchFamily="18" charset="0"/>
              </a:rPr>
              <a:t>servicio.</a:t>
            </a:r>
            <a:endParaRPr lang="es-EC"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rtl="0">
              <a:lnSpc>
                <a:spcPct val="150000"/>
              </a:lnSpc>
              <a:spcBef>
                <a:spcPts val="0"/>
              </a:spcBef>
              <a:spcAft>
                <a:spcPts val="0"/>
              </a:spcAft>
              <a:buNone/>
            </a:pPr>
            <a:endParaRPr lang="es-EC" sz="2000" dirty="0">
              <a:latin typeface="Cambria"/>
              <a:ea typeface="Cambria"/>
              <a:cs typeface="Cambria"/>
              <a:sym typeface="Cambria"/>
            </a:endParaRPr>
          </a:p>
        </p:txBody>
      </p:sp>
      <p:sp>
        <p:nvSpPr>
          <p:cNvPr id="5" name="Google Shape;123;p3">
            <a:extLst>
              <a:ext uri="{FF2B5EF4-FFF2-40B4-BE49-F238E27FC236}">
                <a16:creationId xmlns:a16="http://schemas.microsoft.com/office/drawing/2014/main" id="{99C62115-8527-438F-B9EB-58A828F1DC8F}"/>
              </a:ext>
            </a:extLst>
          </p:cNvPr>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lvl="0" indent="-361950" algn="l" rtl="0">
              <a:spcBef>
                <a:spcPts val="0"/>
              </a:spcBef>
              <a:spcAft>
                <a:spcPts val="0"/>
              </a:spcAft>
              <a:buClr>
                <a:srgbClr val="FFFF00"/>
              </a:buClr>
              <a:buSzPts val="2100"/>
              <a:buFont typeface="Noto Sans Symbols"/>
              <a:buChar char="◼"/>
            </a:pPr>
            <a:r>
              <a:rPr lang="es-ES" sz="2100" b="1" dirty="0">
                <a:solidFill>
                  <a:schemeClr val="bg1"/>
                </a:solidFill>
                <a:latin typeface="Calibri"/>
                <a:ea typeface="Calibri"/>
                <a:cs typeface="Calibri"/>
                <a:sym typeface="Calibri"/>
              </a:rPr>
              <a:t>INTRODUCCIÓN</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OBJETIVO</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bg1"/>
                </a:solidFill>
                <a:latin typeface="Calibri"/>
                <a:ea typeface="Calibri"/>
                <a:cs typeface="Calibri"/>
                <a:sym typeface="Calibri"/>
              </a:rPr>
              <a:t>MARCO TEÓRICO</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rgbClr val="FFFF00"/>
                </a:solidFill>
                <a:latin typeface="Calibri"/>
                <a:ea typeface="Calibri"/>
                <a:cs typeface="Calibri"/>
                <a:sym typeface="Calibri"/>
              </a:rPr>
              <a:t>DESCRIPCIÓN DEL TALLER</a:t>
            </a:r>
            <a:endParaRPr sz="2100" b="1" dirty="0">
              <a:solidFill>
                <a:srgbClr val="FFFF00"/>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chemeClr val="lt1"/>
                </a:solidFill>
                <a:latin typeface="Calibri"/>
                <a:ea typeface="Calibri"/>
                <a:cs typeface="Calibri"/>
                <a:sym typeface="Calibri"/>
              </a:rPr>
              <a:t>DESARROLLO EJ N°1</a:t>
            </a: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CONCLUSIONES</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RECOMENDACIONES</a:t>
            </a:r>
            <a:endParaRPr dirty="0">
              <a:solidFill>
                <a:schemeClr val="dk1"/>
              </a:solidFill>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BIBLIOGRAFÍA </a:t>
            </a:r>
            <a:endParaRPr sz="2100" b="1" dirty="0">
              <a:solidFill>
                <a:srgbClr val="FFFF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9"/>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dirty="0"/>
              <a:t>DESARROLLO </a:t>
            </a:r>
            <a:endParaRPr dirty="0"/>
          </a:p>
        </p:txBody>
      </p:sp>
      <p:sp>
        <p:nvSpPr>
          <p:cNvPr id="8" name="Google Shape;170;p8">
            <a:extLst>
              <a:ext uri="{FF2B5EF4-FFF2-40B4-BE49-F238E27FC236}">
                <a16:creationId xmlns:a16="http://schemas.microsoft.com/office/drawing/2014/main" id="{BCBDE0A4-6F39-42EF-A6F6-6D06545C23E1}"/>
              </a:ext>
            </a:extLst>
          </p:cNvPr>
          <p:cNvSpPr txBox="1">
            <a:spLocks noGrp="1"/>
          </p:cNvSpPr>
          <p:nvPr>
            <p:ph type="body" idx="1"/>
          </p:nvPr>
        </p:nvSpPr>
        <p:spPr>
          <a:xfrm>
            <a:off x="323556" y="2418112"/>
            <a:ext cx="8737219" cy="662713"/>
          </a:xfrm>
          <a:prstGeom prst="rect">
            <a:avLst/>
          </a:prstGeom>
          <a:noFill/>
          <a:ln>
            <a:noFill/>
          </a:ln>
        </p:spPr>
        <p:txBody>
          <a:bodyPr spcFirstLastPara="1" wrap="square" lIns="91425" tIns="45700" rIns="91425" bIns="45700" anchor="ctr" anchorCtr="0">
            <a:normAutofit/>
          </a:bodyPr>
          <a:lstStyle/>
          <a:p>
            <a:pPr marL="0" indent="0">
              <a:lnSpc>
                <a:spcPct val="115000"/>
              </a:lnSpc>
              <a:spcBef>
                <a:spcPts val="500"/>
              </a:spcBef>
              <a:spcAft>
                <a:spcPts val="1000"/>
              </a:spcAft>
              <a:buNone/>
            </a:pPr>
            <a:r>
              <a:rPr lang="es-ES" sz="1800" dirty="0">
                <a:effectLst/>
                <a:latin typeface="Calibri" panose="020F0502020204030204" pitchFamily="34" charset="0"/>
                <a:ea typeface="Calibri" panose="020F0502020204030204" pitchFamily="34" charset="0"/>
              </a:rPr>
              <a:t>a) </a:t>
            </a:r>
            <a:r>
              <a:rPr lang="es-MX" sz="1800" dirty="0">
                <a:effectLst/>
                <a:latin typeface="Calibri" panose="020F0502020204030204" pitchFamily="34" charset="0"/>
                <a:ea typeface="Calibri" panose="020F0502020204030204" pitchFamily="34" charset="0"/>
              </a:rPr>
              <a:t>El proyecto que se debe crear debe ser de tipo aplicación de servicio web</a:t>
            </a:r>
            <a:endParaRPr lang="es-EC" dirty="0">
              <a:latin typeface="Calibri" panose="020F0502020204030204" pitchFamily="34" charset="0"/>
              <a:ea typeface="Calibri" panose="020F0502020204030204" pitchFamily="34" charset="0"/>
            </a:endParaRPr>
          </a:p>
        </p:txBody>
      </p:sp>
      <p:sp>
        <p:nvSpPr>
          <p:cNvPr id="10" name="Google Shape;123;p3">
            <a:extLst>
              <a:ext uri="{FF2B5EF4-FFF2-40B4-BE49-F238E27FC236}">
                <a16:creationId xmlns:a16="http://schemas.microsoft.com/office/drawing/2014/main" id="{8E365D40-B96D-4233-9B9E-F61E1EE1EEAE}"/>
              </a:ext>
            </a:extLst>
          </p:cNvPr>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lvl="0" indent="-361950" algn="l" rtl="0">
              <a:spcBef>
                <a:spcPts val="0"/>
              </a:spcBef>
              <a:spcAft>
                <a:spcPts val="0"/>
              </a:spcAft>
              <a:buClr>
                <a:srgbClr val="FFFF00"/>
              </a:buClr>
              <a:buSzPts val="2100"/>
              <a:buFont typeface="Noto Sans Symbols"/>
              <a:buChar char="◼"/>
            </a:pPr>
            <a:r>
              <a:rPr lang="es-ES" sz="2100" b="1" dirty="0">
                <a:solidFill>
                  <a:schemeClr val="bg1"/>
                </a:solidFill>
                <a:latin typeface="Calibri"/>
                <a:ea typeface="Calibri"/>
                <a:cs typeface="Calibri"/>
                <a:sym typeface="Calibri"/>
              </a:rPr>
              <a:t>INTRODUCCIÓN</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OBJETIVO</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bg1"/>
                </a:solidFill>
                <a:latin typeface="Calibri"/>
                <a:ea typeface="Calibri"/>
                <a:cs typeface="Calibri"/>
                <a:sym typeface="Calibri"/>
              </a:rPr>
              <a:t>MARCO TEÓRICO</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chemeClr val="lt1"/>
                </a:solidFill>
                <a:latin typeface="Calibri"/>
                <a:ea typeface="Calibri"/>
                <a:cs typeface="Calibri"/>
                <a:sym typeface="Calibri"/>
              </a:rPr>
              <a:t>DESCRIPCIÓN DEL TALLER</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rgbClr val="FFFF00"/>
                </a:solidFill>
                <a:latin typeface="Calibri"/>
                <a:ea typeface="Calibri"/>
                <a:cs typeface="Calibri"/>
                <a:sym typeface="Calibri"/>
              </a:rPr>
              <a:t>DESARROLLO</a:t>
            </a: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CONCLUSIONES</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RECOMENDACIONES</a:t>
            </a:r>
            <a:endParaRPr dirty="0">
              <a:solidFill>
                <a:schemeClr val="dk1"/>
              </a:solidFill>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BIBLIOGRAFÍA </a:t>
            </a:r>
            <a:endParaRPr sz="2100" b="1" dirty="0">
              <a:solidFill>
                <a:srgbClr val="FFFF00"/>
              </a:solidFill>
              <a:latin typeface="Calibri"/>
              <a:ea typeface="Calibri"/>
              <a:cs typeface="Calibri"/>
              <a:sym typeface="Calibri"/>
            </a:endParaRPr>
          </a:p>
        </p:txBody>
      </p:sp>
      <p:sp>
        <p:nvSpPr>
          <p:cNvPr id="9" name="CuadroTexto 8">
            <a:extLst>
              <a:ext uri="{FF2B5EF4-FFF2-40B4-BE49-F238E27FC236}">
                <a16:creationId xmlns:a16="http://schemas.microsoft.com/office/drawing/2014/main" id="{D377DDC2-D5FD-4027-AA30-2BBA50549227}"/>
              </a:ext>
            </a:extLst>
          </p:cNvPr>
          <p:cNvSpPr txBox="1"/>
          <p:nvPr/>
        </p:nvSpPr>
        <p:spPr>
          <a:xfrm>
            <a:off x="78537" y="1967092"/>
            <a:ext cx="8982238" cy="405367"/>
          </a:xfrm>
          <a:prstGeom prst="rect">
            <a:avLst/>
          </a:prstGeom>
          <a:noFill/>
        </p:spPr>
        <p:txBody>
          <a:bodyPr wrap="square">
            <a:spAutoFit/>
          </a:bodyPr>
          <a:lstStyle/>
          <a:p>
            <a:pPr marL="123444" indent="0">
              <a:lnSpc>
                <a:spcPct val="107000"/>
              </a:lnSpc>
              <a:spcBef>
                <a:spcPts val="800"/>
              </a:spcBef>
              <a:spcAft>
                <a:spcPts val="600"/>
              </a:spcAft>
              <a:buNone/>
            </a:pPr>
            <a:r>
              <a:rPr lang="es-EC" sz="2000" b="1" dirty="0">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rPr>
              <a:t>Creación del Servidor</a:t>
            </a:r>
            <a:endParaRPr lang="es-EC" sz="20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pic>
        <p:nvPicPr>
          <p:cNvPr id="3" name="Imagen 23">
            <a:extLst>
              <a:ext uri="{FF2B5EF4-FFF2-40B4-BE49-F238E27FC236}">
                <a16:creationId xmlns:a16="http://schemas.microsoft.com/office/drawing/2014/main" id="{ED390A3C-0693-62AD-FF27-FFBB36C1CFC5}"/>
              </a:ext>
            </a:extLst>
          </p:cNvPr>
          <p:cNvPicPr>
            <a:picLocks noChangeAspect="1"/>
          </p:cNvPicPr>
          <p:nvPr/>
        </p:nvPicPr>
        <p:blipFill>
          <a:blip r:embed="rId3"/>
          <a:stretch>
            <a:fillRect/>
          </a:stretch>
        </p:blipFill>
        <p:spPr>
          <a:xfrm>
            <a:off x="1997574" y="3231269"/>
            <a:ext cx="5144165" cy="3136390"/>
          </a:xfrm>
          <a:prstGeom prst="rect">
            <a:avLst/>
          </a:prstGeom>
        </p:spPr>
      </p:pic>
    </p:spTree>
    <p:extLst>
      <p:ext uri="{BB962C8B-B14F-4D97-AF65-F5344CB8AC3E}">
        <p14:creationId xmlns:p14="http://schemas.microsoft.com/office/powerpoint/2010/main" val="50840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9"/>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dirty="0"/>
              <a:t>DESARROLLO EJERCICIO 1</a:t>
            </a:r>
            <a:endParaRPr dirty="0"/>
          </a:p>
        </p:txBody>
      </p:sp>
      <p:sp>
        <p:nvSpPr>
          <p:cNvPr id="8" name="Google Shape;170;p8">
            <a:extLst>
              <a:ext uri="{FF2B5EF4-FFF2-40B4-BE49-F238E27FC236}">
                <a16:creationId xmlns:a16="http://schemas.microsoft.com/office/drawing/2014/main" id="{BCBDE0A4-6F39-42EF-A6F6-6D06545C23E1}"/>
              </a:ext>
            </a:extLst>
          </p:cNvPr>
          <p:cNvSpPr txBox="1">
            <a:spLocks noGrp="1"/>
          </p:cNvSpPr>
          <p:nvPr>
            <p:ph type="body" idx="1"/>
          </p:nvPr>
        </p:nvSpPr>
        <p:spPr>
          <a:xfrm>
            <a:off x="196651" y="2053577"/>
            <a:ext cx="8737219" cy="1200150"/>
          </a:xfrm>
          <a:prstGeom prst="rect">
            <a:avLst/>
          </a:prstGeom>
          <a:noFill/>
          <a:ln>
            <a:noFill/>
          </a:ln>
        </p:spPr>
        <p:txBody>
          <a:bodyPr spcFirstLastPara="1" wrap="square" lIns="91425" tIns="45700" rIns="91425" bIns="45700" anchor="ctr" anchorCtr="0">
            <a:normAutofit/>
          </a:bodyPr>
          <a:lstStyle/>
          <a:p>
            <a:pPr marL="0" indent="0">
              <a:lnSpc>
                <a:spcPct val="115000"/>
              </a:lnSpc>
              <a:spcBef>
                <a:spcPts val="500"/>
              </a:spcBef>
              <a:spcAft>
                <a:spcPts val="1000"/>
              </a:spcAft>
              <a:buNone/>
            </a:pPr>
            <a:r>
              <a:rPr lang="es-ES_tradnl" sz="1800" dirty="0">
                <a:effectLst/>
                <a:latin typeface="Times New Roman" panose="02020603050405020304" pitchFamily="18" charset="0"/>
                <a:ea typeface="Calibri" panose="020F0502020204030204" pitchFamily="34" charset="0"/>
              </a:rPr>
              <a:t>Creación de capas</a:t>
            </a:r>
            <a:endParaRPr lang="es-EC" sz="1800" dirty="0">
              <a:effectLst/>
              <a:latin typeface="Calibri" panose="020F0502020204030204" pitchFamily="34" charset="0"/>
              <a:ea typeface="Calibri" panose="020F0502020204030204" pitchFamily="34" charset="0"/>
            </a:endParaRPr>
          </a:p>
        </p:txBody>
      </p:sp>
      <p:sp>
        <p:nvSpPr>
          <p:cNvPr id="10" name="Google Shape;123;p3">
            <a:extLst>
              <a:ext uri="{FF2B5EF4-FFF2-40B4-BE49-F238E27FC236}">
                <a16:creationId xmlns:a16="http://schemas.microsoft.com/office/drawing/2014/main" id="{8E365D40-B96D-4233-9B9E-F61E1EE1EEAE}"/>
              </a:ext>
            </a:extLst>
          </p:cNvPr>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lvl="0" indent="-361950" algn="l" rtl="0">
              <a:spcBef>
                <a:spcPts val="0"/>
              </a:spcBef>
              <a:spcAft>
                <a:spcPts val="0"/>
              </a:spcAft>
              <a:buClr>
                <a:srgbClr val="FFFF00"/>
              </a:buClr>
              <a:buSzPts val="2100"/>
              <a:buFont typeface="Noto Sans Symbols"/>
              <a:buChar char="◼"/>
            </a:pPr>
            <a:r>
              <a:rPr lang="es-ES" sz="2100" b="1" dirty="0">
                <a:solidFill>
                  <a:schemeClr val="bg1"/>
                </a:solidFill>
                <a:latin typeface="Calibri"/>
                <a:ea typeface="Calibri"/>
                <a:cs typeface="Calibri"/>
                <a:sym typeface="Calibri"/>
              </a:rPr>
              <a:t>INTRODUCCIÓN</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OBJETIVO</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bg1"/>
                </a:solidFill>
                <a:latin typeface="Calibri"/>
                <a:ea typeface="Calibri"/>
                <a:cs typeface="Calibri"/>
                <a:sym typeface="Calibri"/>
              </a:rPr>
              <a:t>MARCO TEÓRICO</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chemeClr val="lt1"/>
                </a:solidFill>
                <a:latin typeface="Calibri"/>
                <a:ea typeface="Calibri"/>
                <a:cs typeface="Calibri"/>
                <a:sym typeface="Calibri"/>
              </a:rPr>
              <a:t>DESCRIPCIÓN DEL TALLER</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rgbClr val="FFFF00"/>
                </a:solidFill>
                <a:latin typeface="Calibri"/>
                <a:ea typeface="Calibri"/>
                <a:cs typeface="Calibri"/>
                <a:sym typeface="Calibri"/>
              </a:rPr>
              <a:t>DESARROLLO</a:t>
            </a: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CONCLUSIONES</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RECOMENDACIONES</a:t>
            </a:r>
            <a:endParaRPr dirty="0">
              <a:solidFill>
                <a:schemeClr val="dk1"/>
              </a:solidFill>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BIBLIOGRAFÍA </a:t>
            </a:r>
            <a:endParaRPr sz="2100" b="1" dirty="0">
              <a:solidFill>
                <a:srgbClr val="FFFF00"/>
              </a:solidFill>
              <a:latin typeface="Calibri"/>
              <a:ea typeface="Calibri"/>
              <a:cs typeface="Calibri"/>
              <a:sym typeface="Calibri"/>
            </a:endParaRPr>
          </a:p>
        </p:txBody>
      </p:sp>
      <p:sp>
        <p:nvSpPr>
          <p:cNvPr id="9" name="CuadroTexto 8">
            <a:extLst>
              <a:ext uri="{FF2B5EF4-FFF2-40B4-BE49-F238E27FC236}">
                <a16:creationId xmlns:a16="http://schemas.microsoft.com/office/drawing/2014/main" id="{D377DDC2-D5FD-4027-AA30-2BBA50549227}"/>
              </a:ext>
            </a:extLst>
          </p:cNvPr>
          <p:cNvSpPr txBox="1"/>
          <p:nvPr/>
        </p:nvSpPr>
        <p:spPr>
          <a:xfrm>
            <a:off x="78537" y="1967092"/>
            <a:ext cx="8982238" cy="405367"/>
          </a:xfrm>
          <a:prstGeom prst="rect">
            <a:avLst/>
          </a:prstGeom>
          <a:noFill/>
        </p:spPr>
        <p:txBody>
          <a:bodyPr wrap="square">
            <a:spAutoFit/>
          </a:bodyPr>
          <a:lstStyle/>
          <a:p>
            <a:pPr marL="123444" indent="0">
              <a:lnSpc>
                <a:spcPct val="107000"/>
              </a:lnSpc>
              <a:spcBef>
                <a:spcPts val="800"/>
              </a:spcBef>
              <a:spcAft>
                <a:spcPts val="600"/>
              </a:spcAft>
              <a:buNone/>
            </a:pPr>
            <a:r>
              <a:rPr lang="es-EC" sz="2000" b="1" dirty="0">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rPr>
              <a:t>Creación del Servidor</a:t>
            </a:r>
            <a:endParaRPr lang="es-EC" sz="20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pic>
        <p:nvPicPr>
          <p:cNvPr id="2" name="Imagen 1" descr="Captura de pantalla de un celular con letras&#10;&#10;Descripción generada automáticamente">
            <a:extLst>
              <a:ext uri="{FF2B5EF4-FFF2-40B4-BE49-F238E27FC236}">
                <a16:creationId xmlns:a16="http://schemas.microsoft.com/office/drawing/2014/main" id="{36408CE4-3D52-0B84-E9EC-1DD6CF1D7427}"/>
              </a:ext>
            </a:extLst>
          </p:cNvPr>
          <p:cNvPicPr>
            <a:picLocks noChangeAspect="1"/>
          </p:cNvPicPr>
          <p:nvPr/>
        </p:nvPicPr>
        <p:blipFill>
          <a:blip r:embed="rId3"/>
          <a:stretch>
            <a:fillRect/>
          </a:stretch>
        </p:blipFill>
        <p:spPr>
          <a:xfrm>
            <a:off x="3265321" y="2956243"/>
            <a:ext cx="3119120" cy="3241675"/>
          </a:xfrm>
          <a:prstGeom prst="rect">
            <a:avLst/>
          </a:prstGeom>
        </p:spPr>
      </p:pic>
    </p:spTree>
    <p:extLst>
      <p:ext uri="{BB962C8B-B14F-4D97-AF65-F5344CB8AC3E}">
        <p14:creationId xmlns:p14="http://schemas.microsoft.com/office/powerpoint/2010/main" val="1941189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9"/>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dirty="0"/>
              <a:t>DESARROLLO EJERCICIO 1</a:t>
            </a:r>
            <a:endParaRPr dirty="0"/>
          </a:p>
        </p:txBody>
      </p:sp>
      <p:sp>
        <p:nvSpPr>
          <p:cNvPr id="8" name="Google Shape;170;p8">
            <a:extLst>
              <a:ext uri="{FF2B5EF4-FFF2-40B4-BE49-F238E27FC236}">
                <a16:creationId xmlns:a16="http://schemas.microsoft.com/office/drawing/2014/main" id="{BCBDE0A4-6F39-42EF-A6F6-6D06545C23E1}"/>
              </a:ext>
            </a:extLst>
          </p:cNvPr>
          <p:cNvSpPr txBox="1">
            <a:spLocks noGrp="1"/>
          </p:cNvSpPr>
          <p:nvPr>
            <p:ph type="body" idx="1"/>
          </p:nvPr>
        </p:nvSpPr>
        <p:spPr>
          <a:xfrm>
            <a:off x="196651" y="2372459"/>
            <a:ext cx="8737219" cy="1200150"/>
          </a:xfrm>
          <a:prstGeom prst="rect">
            <a:avLst/>
          </a:prstGeom>
          <a:noFill/>
          <a:ln>
            <a:noFill/>
          </a:ln>
        </p:spPr>
        <p:txBody>
          <a:bodyPr spcFirstLastPara="1" wrap="square" lIns="91425" tIns="45700" rIns="91425" bIns="45700" anchor="ctr" anchorCtr="0">
            <a:normAutofit/>
          </a:bodyPr>
          <a:lstStyle/>
          <a:p>
            <a:pPr marL="0" indent="0">
              <a:lnSpc>
                <a:spcPct val="115000"/>
              </a:lnSpc>
              <a:spcBef>
                <a:spcPts val="500"/>
              </a:spcBef>
              <a:spcAft>
                <a:spcPts val="1000"/>
              </a:spcAft>
              <a:buNone/>
            </a:pPr>
            <a:r>
              <a:rPr lang="es-EC" sz="1800" dirty="0">
                <a:effectLst/>
                <a:latin typeface="Calibri"/>
                <a:ea typeface="Calibri"/>
              </a:rPr>
              <a:t>Métodos GET</a:t>
            </a:r>
            <a:r>
              <a:rPr lang="es-EC" dirty="0">
                <a:latin typeface="Calibri"/>
                <a:ea typeface="Calibri"/>
              </a:rPr>
              <a:t> y POST</a:t>
            </a:r>
            <a:endParaRPr lang="es-EC" sz="1800" dirty="0">
              <a:effectLst/>
              <a:latin typeface="Calibri" panose="020F0502020204030204" pitchFamily="34" charset="0"/>
              <a:ea typeface="Calibri" panose="020F0502020204030204" pitchFamily="34" charset="0"/>
            </a:endParaRPr>
          </a:p>
        </p:txBody>
      </p:sp>
      <p:sp>
        <p:nvSpPr>
          <p:cNvPr id="10" name="Google Shape;123;p3">
            <a:extLst>
              <a:ext uri="{FF2B5EF4-FFF2-40B4-BE49-F238E27FC236}">
                <a16:creationId xmlns:a16="http://schemas.microsoft.com/office/drawing/2014/main" id="{8E365D40-B96D-4233-9B9E-F61E1EE1EEAE}"/>
              </a:ext>
            </a:extLst>
          </p:cNvPr>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lvl="0" indent="-361950" algn="l" rtl="0">
              <a:spcBef>
                <a:spcPts val="0"/>
              </a:spcBef>
              <a:spcAft>
                <a:spcPts val="0"/>
              </a:spcAft>
              <a:buClr>
                <a:srgbClr val="FFFF00"/>
              </a:buClr>
              <a:buSzPts val="2100"/>
              <a:buFont typeface="Noto Sans Symbols"/>
              <a:buChar char="◼"/>
            </a:pPr>
            <a:r>
              <a:rPr lang="es-ES" sz="2100" b="1" dirty="0">
                <a:solidFill>
                  <a:schemeClr val="bg1"/>
                </a:solidFill>
                <a:latin typeface="Calibri"/>
                <a:ea typeface="Calibri"/>
                <a:cs typeface="Calibri"/>
                <a:sym typeface="Calibri"/>
              </a:rPr>
              <a:t>INTRODUCCIÓN</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OBJETIVO</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bg1"/>
                </a:solidFill>
                <a:latin typeface="Calibri"/>
                <a:ea typeface="Calibri"/>
                <a:cs typeface="Calibri"/>
                <a:sym typeface="Calibri"/>
              </a:rPr>
              <a:t>MARCO TEÓRICO</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chemeClr val="lt1"/>
                </a:solidFill>
                <a:latin typeface="Calibri"/>
                <a:ea typeface="Calibri"/>
                <a:cs typeface="Calibri"/>
                <a:sym typeface="Calibri"/>
              </a:rPr>
              <a:t>DESCRIPCIÓN DEL TALLER</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rgbClr val="FFFF00"/>
                </a:solidFill>
                <a:latin typeface="Calibri"/>
                <a:ea typeface="Calibri"/>
                <a:cs typeface="Calibri"/>
                <a:sym typeface="Calibri"/>
              </a:rPr>
              <a:t>DESARROLLO</a:t>
            </a: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CONCLUSIONES</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RECOMENDACIONES</a:t>
            </a:r>
            <a:endParaRPr dirty="0">
              <a:solidFill>
                <a:schemeClr val="dk1"/>
              </a:solidFill>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BIBLIOGRAFÍA </a:t>
            </a:r>
            <a:endParaRPr sz="2100" b="1" dirty="0">
              <a:solidFill>
                <a:srgbClr val="FFFF00"/>
              </a:solidFill>
              <a:latin typeface="Calibri"/>
              <a:ea typeface="Calibri"/>
              <a:cs typeface="Calibri"/>
              <a:sym typeface="Calibri"/>
            </a:endParaRPr>
          </a:p>
        </p:txBody>
      </p:sp>
      <p:sp>
        <p:nvSpPr>
          <p:cNvPr id="9" name="CuadroTexto 8">
            <a:extLst>
              <a:ext uri="{FF2B5EF4-FFF2-40B4-BE49-F238E27FC236}">
                <a16:creationId xmlns:a16="http://schemas.microsoft.com/office/drawing/2014/main" id="{D377DDC2-D5FD-4027-AA30-2BBA50549227}"/>
              </a:ext>
            </a:extLst>
          </p:cNvPr>
          <p:cNvSpPr txBox="1"/>
          <p:nvPr/>
        </p:nvSpPr>
        <p:spPr>
          <a:xfrm>
            <a:off x="78537" y="1967092"/>
            <a:ext cx="8982238" cy="405367"/>
          </a:xfrm>
          <a:prstGeom prst="rect">
            <a:avLst/>
          </a:prstGeom>
          <a:noFill/>
        </p:spPr>
        <p:txBody>
          <a:bodyPr wrap="square">
            <a:spAutoFit/>
          </a:bodyPr>
          <a:lstStyle/>
          <a:p>
            <a:pPr marL="123444" indent="0">
              <a:lnSpc>
                <a:spcPct val="107000"/>
              </a:lnSpc>
              <a:spcBef>
                <a:spcPts val="800"/>
              </a:spcBef>
              <a:spcAft>
                <a:spcPts val="600"/>
              </a:spcAft>
              <a:buNone/>
            </a:pPr>
            <a:r>
              <a:rPr lang="es-EC" sz="2000" b="1" dirty="0">
                <a:solidFill>
                  <a:srgbClr val="2F5496"/>
                </a:solidFill>
                <a:latin typeface="Times New Roman" panose="02020603050405020304" pitchFamily="18" charset="0"/>
                <a:ea typeface="Times New Roman" panose="02020603050405020304" pitchFamily="18" charset="0"/>
                <a:cs typeface="Times New Roman" panose="02020603050405020304" pitchFamily="18" charset="0"/>
              </a:rPr>
              <a:t>Ejecu</a:t>
            </a:r>
            <a:r>
              <a:rPr lang="es-EC" sz="2000" b="1" dirty="0">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rPr>
              <a:t>ción del Servidor</a:t>
            </a:r>
            <a:endParaRPr lang="es-EC" sz="20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pic>
        <p:nvPicPr>
          <p:cNvPr id="3" name="Imagen 2" descr="Interfaz de usuario gráfica, Texto, Aplicación&#10;&#10;Descripción generada automáticamente">
            <a:extLst>
              <a:ext uri="{FF2B5EF4-FFF2-40B4-BE49-F238E27FC236}">
                <a16:creationId xmlns:a16="http://schemas.microsoft.com/office/drawing/2014/main" id="{95591CFC-ECC3-4DFA-9E9A-EADD128FDAC2}"/>
              </a:ext>
            </a:extLst>
          </p:cNvPr>
          <p:cNvPicPr>
            <a:picLocks noChangeAspect="1"/>
          </p:cNvPicPr>
          <p:nvPr/>
        </p:nvPicPr>
        <p:blipFill>
          <a:blip r:embed="rId3"/>
          <a:srcRect l="-807" t="10833" r="807" b="-11250"/>
          <a:stretch/>
        </p:blipFill>
        <p:spPr>
          <a:xfrm>
            <a:off x="1209040" y="3426762"/>
            <a:ext cx="7132327" cy="2453054"/>
          </a:xfrm>
          <a:prstGeom prst="rect">
            <a:avLst/>
          </a:prstGeom>
        </p:spPr>
      </p:pic>
    </p:spTree>
    <p:extLst>
      <p:ext uri="{BB962C8B-B14F-4D97-AF65-F5344CB8AC3E}">
        <p14:creationId xmlns:p14="http://schemas.microsoft.com/office/powerpoint/2010/main" val="4136391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9"/>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dirty="0"/>
              <a:t>DESARROLLO EJERCICIO 1</a:t>
            </a:r>
            <a:endParaRPr dirty="0"/>
          </a:p>
        </p:txBody>
      </p:sp>
      <p:sp>
        <p:nvSpPr>
          <p:cNvPr id="8" name="Google Shape;170;p8">
            <a:extLst>
              <a:ext uri="{FF2B5EF4-FFF2-40B4-BE49-F238E27FC236}">
                <a16:creationId xmlns:a16="http://schemas.microsoft.com/office/drawing/2014/main" id="{BCBDE0A4-6F39-42EF-A6F6-6D06545C23E1}"/>
              </a:ext>
            </a:extLst>
          </p:cNvPr>
          <p:cNvSpPr txBox="1">
            <a:spLocks noGrp="1"/>
          </p:cNvSpPr>
          <p:nvPr>
            <p:ph type="body" idx="1"/>
          </p:nvPr>
        </p:nvSpPr>
        <p:spPr>
          <a:xfrm>
            <a:off x="196651" y="2372459"/>
            <a:ext cx="8737219" cy="1200150"/>
          </a:xfrm>
          <a:prstGeom prst="rect">
            <a:avLst/>
          </a:prstGeom>
          <a:noFill/>
          <a:ln>
            <a:noFill/>
          </a:ln>
        </p:spPr>
        <p:txBody>
          <a:bodyPr spcFirstLastPara="1" wrap="square" lIns="91425" tIns="45700" rIns="91425" bIns="45700" anchor="ctr" anchorCtr="0">
            <a:normAutofit/>
          </a:bodyPr>
          <a:lstStyle/>
          <a:p>
            <a:pPr marL="0" marR="0" lvl="0" indent="0">
              <a:lnSpc>
                <a:spcPct val="115000"/>
              </a:lnSpc>
              <a:spcBef>
                <a:spcPts val="500"/>
              </a:spcBef>
              <a:spcAft>
                <a:spcPts val="1000"/>
              </a:spcAft>
              <a:buNone/>
            </a:pPr>
            <a:r>
              <a:rPr lang="es-EC" sz="1800" dirty="0">
                <a:effectLst/>
                <a:latin typeface="Calibri" panose="020F0502020204030204" pitchFamily="34" charset="0"/>
                <a:ea typeface="Calibri" panose="020F0502020204030204" pitchFamily="34" charset="0"/>
              </a:rPr>
              <a:t>Métodos GET</a:t>
            </a:r>
          </a:p>
        </p:txBody>
      </p:sp>
      <p:sp>
        <p:nvSpPr>
          <p:cNvPr id="10" name="Google Shape;123;p3">
            <a:extLst>
              <a:ext uri="{FF2B5EF4-FFF2-40B4-BE49-F238E27FC236}">
                <a16:creationId xmlns:a16="http://schemas.microsoft.com/office/drawing/2014/main" id="{8E365D40-B96D-4233-9B9E-F61E1EE1EEAE}"/>
              </a:ext>
            </a:extLst>
          </p:cNvPr>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lvl="0" indent="-361950" algn="l" rtl="0">
              <a:spcBef>
                <a:spcPts val="0"/>
              </a:spcBef>
              <a:spcAft>
                <a:spcPts val="0"/>
              </a:spcAft>
              <a:buClr>
                <a:srgbClr val="FFFF00"/>
              </a:buClr>
              <a:buSzPts val="2100"/>
              <a:buFont typeface="Noto Sans Symbols"/>
              <a:buChar char="◼"/>
            </a:pPr>
            <a:r>
              <a:rPr lang="es-ES" sz="2100" b="1" dirty="0">
                <a:solidFill>
                  <a:schemeClr val="bg1"/>
                </a:solidFill>
                <a:latin typeface="Calibri"/>
                <a:ea typeface="Calibri"/>
                <a:cs typeface="Calibri"/>
                <a:sym typeface="Calibri"/>
              </a:rPr>
              <a:t>INTRODUCCIÓN</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OBJETIVO</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bg1"/>
                </a:solidFill>
                <a:latin typeface="Calibri"/>
                <a:ea typeface="Calibri"/>
                <a:cs typeface="Calibri"/>
                <a:sym typeface="Calibri"/>
              </a:rPr>
              <a:t>MARCO TEÓRICO</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chemeClr val="lt1"/>
                </a:solidFill>
                <a:latin typeface="Calibri"/>
                <a:ea typeface="Calibri"/>
                <a:cs typeface="Calibri"/>
                <a:sym typeface="Calibri"/>
              </a:rPr>
              <a:t>DESCRIPCIÓN DEL TALLER</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rgbClr val="FFFF00"/>
                </a:solidFill>
                <a:latin typeface="Calibri"/>
                <a:ea typeface="Calibri"/>
                <a:cs typeface="Calibri"/>
                <a:sym typeface="Calibri"/>
              </a:rPr>
              <a:t>DESARROLLO</a:t>
            </a: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CONCLUSIONES</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RECOMENDACIONES</a:t>
            </a:r>
            <a:endParaRPr dirty="0">
              <a:solidFill>
                <a:schemeClr val="dk1"/>
              </a:solidFill>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BIBLIOGRAFÍA </a:t>
            </a:r>
            <a:endParaRPr sz="2100" b="1" dirty="0">
              <a:solidFill>
                <a:srgbClr val="FFFF00"/>
              </a:solidFill>
              <a:latin typeface="Calibri"/>
              <a:ea typeface="Calibri"/>
              <a:cs typeface="Calibri"/>
              <a:sym typeface="Calibri"/>
            </a:endParaRPr>
          </a:p>
        </p:txBody>
      </p:sp>
      <p:sp>
        <p:nvSpPr>
          <p:cNvPr id="9" name="CuadroTexto 8">
            <a:extLst>
              <a:ext uri="{FF2B5EF4-FFF2-40B4-BE49-F238E27FC236}">
                <a16:creationId xmlns:a16="http://schemas.microsoft.com/office/drawing/2014/main" id="{D377DDC2-D5FD-4027-AA30-2BBA50549227}"/>
              </a:ext>
            </a:extLst>
          </p:cNvPr>
          <p:cNvSpPr txBox="1"/>
          <p:nvPr/>
        </p:nvSpPr>
        <p:spPr>
          <a:xfrm>
            <a:off x="78537" y="1967092"/>
            <a:ext cx="8982238" cy="405367"/>
          </a:xfrm>
          <a:prstGeom prst="rect">
            <a:avLst/>
          </a:prstGeom>
          <a:noFill/>
        </p:spPr>
        <p:txBody>
          <a:bodyPr wrap="square">
            <a:spAutoFit/>
          </a:bodyPr>
          <a:lstStyle/>
          <a:p>
            <a:pPr marL="123444" indent="0">
              <a:lnSpc>
                <a:spcPct val="107000"/>
              </a:lnSpc>
              <a:spcBef>
                <a:spcPts val="800"/>
              </a:spcBef>
              <a:spcAft>
                <a:spcPts val="600"/>
              </a:spcAft>
              <a:buNone/>
            </a:pPr>
            <a:r>
              <a:rPr lang="es-EC" sz="2000" b="1" dirty="0">
                <a:solidFill>
                  <a:srgbClr val="2F5496"/>
                </a:solidFill>
                <a:latin typeface="Times New Roman" panose="02020603050405020304" pitchFamily="18" charset="0"/>
                <a:ea typeface="Times New Roman" panose="02020603050405020304" pitchFamily="18" charset="0"/>
                <a:cs typeface="Times New Roman" panose="02020603050405020304" pitchFamily="18" charset="0"/>
              </a:rPr>
              <a:t>Ejecu</a:t>
            </a:r>
            <a:r>
              <a:rPr lang="es-EC" sz="2000" b="1" dirty="0">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rPr>
              <a:t>ción del Servidor</a:t>
            </a:r>
            <a:endParaRPr lang="es-EC" sz="20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pic>
        <p:nvPicPr>
          <p:cNvPr id="4" name="Imagen 3" descr="Interfaz de usuario gráfica, Texto, Aplicación&#10;&#10;Descripción generada automáticamente">
            <a:extLst>
              <a:ext uri="{FF2B5EF4-FFF2-40B4-BE49-F238E27FC236}">
                <a16:creationId xmlns:a16="http://schemas.microsoft.com/office/drawing/2014/main" id="{A6759270-2BAC-CBCD-D537-2F6D7FCAF2D1}"/>
              </a:ext>
            </a:extLst>
          </p:cNvPr>
          <p:cNvPicPr>
            <a:picLocks noChangeAspect="1"/>
          </p:cNvPicPr>
          <p:nvPr/>
        </p:nvPicPr>
        <p:blipFill>
          <a:blip r:embed="rId3"/>
          <a:stretch>
            <a:fillRect/>
          </a:stretch>
        </p:blipFill>
        <p:spPr>
          <a:xfrm>
            <a:off x="1819275" y="3424555"/>
            <a:ext cx="5871210" cy="2508250"/>
          </a:xfrm>
          <a:prstGeom prst="rect">
            <a:avLst/>
          </a:prstGeom>
        </p:spPr>
      </p:pic>
    </p:spTree>
    <p:extLst>
      <p:ext uri="{BB962C8B-B14F-4D97-AF65-F5344CB8AC3E}">
        <p14:creationId xmlns:p14="http://schemas.microsoft.com/office/powerpoint/2010/main" val="2440567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9"/>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dirty="0"/>
              <a:t>DESARROLLO EJERCICIO 1</a:t>
            </a:r>
            <a:endParaRPr dirty="0"/>
          </a:p>
        </p:txBody>
      </p:sp>
      <p:sp>
        <p:nvSpPr>
          <p:cNvPr id="8" name="Google Shape;170;p8">
            <a:extLst>
              <a:ext uri="{FF2B5EF4-FFF2-40B4-BE49-F238E27FC236}">
                <a16:creationId xmlns:a16="http://schemas.microsoft.com/office/drawing/2014/main" id="{BCBDE0A4-6F39-42EF-A6F6-6D06545C23E1}"/>
              </a:ext>
            </a:extLst>
          </p:cNvPr>
          <p:cNvSpPr txBox="1">
            <a:spLocks noGrp="1"/>
          </p:cNvSpPr>
          <p:nvPr>
            <p:ph type="body" idx="1"/>
          </p:nvPr>
        </p:nvSpPr>
        <p:spPr>
          <a:xfrm>
            <a:off x="196651" y="2372459"/>
            <a:ext cx="8737219" cy="1200150"/>
          </a:xfrm>
          <a:prstGeom prst="rect">
            <a:avLst/>
          </a:prstGeom>
          <a:noFill/>
          <a:ln>
            <a:noFill/>
          </a:ln>
        </p:spPr>
        <p:txBody>
          <a:bodyPr spcFirstLastPara="1" wrap="square" lIns="91425" tIns="45700" rIns="91425" bIns="45700" anchor="ctr" anchorCtr="0">
            <a:normAutofit/>
          </a:bodyPr>
          <a:lstStyle/>
          <a:p>
            <a:pPr marL="0" marR="0" lvl="0" indent="0">
              <a:lnSpc>
                <a:spcPct val="115000"/>
              </a:lnSpc>
              <a:spcBef>
                <a:spcPts val="500"/>
              </a:spcBef>
              <a:spcAft>
                <a:spcPts val="1000"/>
              </a:spcAft>
              <a:buNone/>
            </a:pPr>
            <a:r>
              <a:rPr lang="es-EC" sz="1800" dirty="0">
                <a:effectLst/>
                <a:latin typeface="Calibri"/>
                <a:ea typeface="Calibri"/>
              </a:rPr>
              <a:t>Métodos </a:t>
            </a:r>
            <a:r>
              <a:rPr lang="es-EC" dirty="0">
                <a:latin typeface="Calibri"/>
                <a:ea typeface="Calibri"/>
              </a:rPr>
              <a:t>POST</a:t>
            </a:r>
            <a:endParaRPr lang="es-EC" sz="1800" dirty="0">
              <a:effectLst/>
              <a:latin typeface="Calibri" panose="020F0502020204030204" pitchFamily="34" charset="0"/>
              <a:ea typeface="Calibri" panose="020F0502020204030204" pitchFamily="34" charset="0"/>
            </a:endParaRPr>
          </a:p>
        </p:txBody>
      </p:sp>
      <p:sp>
        <p:nvSpPr>
          <p:cNvPr id="10" name="Google Shape;123;p3">
            <a:extLst>
              <a:ext uri="{FF2B5EF4-FFF2-40B4-BE49-F238E27FC236}">
                <a16:creationId xmlns:a16="http://schemas.microsoft.com/office/drawing/2014/main" id="{8E365D40-B96D-4233-9B9E-F61E1EE1EEAE}"/>
              </a:ext>
            </a:extLst>
          </p:cNvPr>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lvl="0" indent="-361950" algn="l" rtl="0">
              <a:spcBef>
                <a:spcPts val="0"/>
              </a:spcBef>
              <a:spcAft>
                <a:spcPts val="0"/>
              </a:spcAft>
              <a:buClr>
                <a:srgbClr val="FFFF00"/>
              </a:buClr>
              <a:buSzPts val="2100"/>
              <a:buFont typeface="Noto Sans Symbols"/>
              <a:buChar char="◼"/>
            </a:pPr>
            <a:r>
              <a:rPr lang="es-ES" sz="2100" b="1" dirty="0">
                <a:solidFill>
                  <a:schemeClr val="bg1"/>
                </a:solidFill>
                <a:latin typeface="Calibri"/>
                <a:ea typeface="Calibri"/>
                <a:cs typeface="Calibri"/>
                <a:sym typeface="Calibri"/>
              </a:rPr>
              <a:t>INTRODUCCIÓN</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OBJETIVO</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bg1"/>
                </a:solidFill>
                <a:latin typeface="Calibri"/>
                <a:ea typeface="Calibri"/>
                <a:cs typeface="Calibri"/>
                <a:sym typeface="Calibri"/>
              </a:rPr>
              <a:t>MARCO TEÓRICO</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chemeClr val="lt1"/>
                </a:solidFill>
                <a:latin typeface="Calibri"/>
                <a:ea typeface="Calibri"/>
                <a:cs typeface="Calibri"/>
                <a:sym typeface="Calibri"/>
              </a:rPr>
              <a:t>DESCRIPCIÓN DEL TALLER</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rgbClr val="FFFF00"/>
                </a:solidFill>
                <a:latin typeface="Calibri"/>
                <a:ea typeface="Calibri"/>
                <a:cs typeface="Calibri"/>
                <a:sym typeface="Calibri"/>
              </a:rPr>
              <a:t>DESARROLLO</a:t>
            </a: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CONCLUSIONES</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RECOMENDACIONES</a:t>
            </a:r>
            <a:endParaRPr dirty="0">
              <a:solidFill>
                <a:schemeClr val="dk1"/>
              </a:solidFill>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BIBLIOGRAFÍA </a:t>
            </a:r>
            <a:endParaRPr sz="2100" b="1" dirty="0">
              <a:solidFill>
                <a:srgbClr val="FFFF00"/>
              </a:solidFill>
              <a:latin typeface="Calibri"/>
              <a:ea typeface="Calibri"/>
              <a:cs typeface="Calibri"/>
              <a:sym typeface="Calibri"/>
            </a:endParaRPr>
          </a:p>
        </p:txBody>
      </p:sp>
      <p:sp>
        <p:nvSpPr>
          <p:cNvPr id="9" name="CuadroTexto 8">
            <a:extLst>
              <a:ext uri="{FF2B5EF4-FFF2-40B4-BE49-F238E27FC236}">
                <a16:creationId xmlns:a16="http://schemas.microsoft.com/office/drawing/2014/main" id="{D377DDC2-D5FD-4027-AA30-2BBA50549227}"/>
              </a:ext>
            </a:extLst>
          </p:cNvPr>
          <p:cNvSpPr txBox="1"/>
          <p:nvPr/>
        </p:nvSpPr>
        <p:spPr>
          <a:xfrm>
            <a:off x="78537" y="1967092"/>
            <a:ext cx="8982238" cy="405367"/>
          </a:xfrm>
          <a:prstGeom prst="rect">
            <a:avLst/>
          </a:prstGeom>
          <a:noFill/>
        </p:spPr>
        <p:txBody>
          <a:bodyPr wrap="square">
            <a:spAutoFit/>
          </a:bodyPr>
          <a:lstStyle/>
          <a:p>
            <a:pPr marL="123444" indent="0">
              <a:lnSpc>
                <a:spcPct val="107000"/>
              </a:lnSpc>
              <a:spcBef>
                <a:spcPts val="800"/>
              </a:spcBef>
              <a:spcAft>
                <a:spcPts val="600"/>
              </a:spcAft>
              <a:buNone/>
            </a:pPr>
            <a:r>
              <a:rPr lang="es-EC" sz="2000" b="1" dirty="0">
                <a:solidFill>
                  <a:srgbClr val="2F5496"/>
                </a:solidFill>
                <a:latin typeface="Times New Roman" panose="02020603050405020304" pitchFamily="18" charset="0"/>
                <a:ea typeface="Times New Roman" panose="02020603050405020304" pitchFamily="18" charset="0"/>
                <a:cs typeface="Times New Roman" panose="02020603050405020304" pitchFamily="18" charset="0"/>
              </a:rPr>
              <a:t>Ejecu</a:t>
            </a:r>
            <a:r>
              <a:rPr lang="es-EC" sz="2000" b="1" dirty="0">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rPr>
              <a:t>ción del Servidor</a:t>
            </a:r>
            <a:endParaRPr lang="es-EC" sz="20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pic>
        <p:nvPicPr>
          <p:cNvPr id="2" name="Imagen 1" descr="Interfaz de usuario gráfica, Texto&#10;&#10;Descripción generada automáticamente">
            <a:extLst>
              <a:ext uri="{FF2B5EF4-FFF2-40B4-BE49-F238E27FC236}">
                <a16:creationId xmlns:a16="http://schemas.microsoft.com/office/drawing/2014/main" id="{906DCF5A-6A36-2404-A65D-33029455CEE2}"/>
              </a:ext>
            </a:extLst>
          </p:cNvPr>
          <p:cNvPicPr>
            <a:picLocks noChangeAspect="1"/>
          </p:cNvPicPr>
          <p:nvPr/>
        </p:nvPicPr>
        <p:blipFill>
          <a:blip r:embed="rId3"/>
          <a:stretch>
            <a:fillRect/>
          </a:stretch>
        </p:blipFill>
        <p:spPr>
          <a:xfrm>
            <a:off x="2001203" y="3166110"/>
            <a:ext cx="4816475" cy="3258820"/>
          </a:xfrm>
          <a:prstGeom prst="rect">
            <a:avLst/>
          </a:prstGeom>
        </p:spPr>
      </p:pic>
    </p:spTree>
    <p:extLst>
      <p:ext uri="{BB962C8B-B14F-4D97-AF65-F5344CB8AC3E}">
        <p14:creationId xmlns:p14="http://schemas.microsoft.com/office/powerpoint/2010/main" val="3931387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9"/>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dirty="0"/>
              <a:t>DESARROLLO EJERCICIO 1</a:t>
            </a:r>
            <a:endParaRPr dirty="0"/>
          </a:p>
        </p:txBody>
      </p:sp>
      <p:sp>
        <p:nvSpPr>
          <p:cNvPr id="8" name="Google Shape;170;p8">
            <a:extLst>
              <a:ext uri="{FF2B5EF4-FFF2-40B4-BE49-F238E27FC236}">
                <a16:creationId xmlns:a16="http://schemas.microsoft.com/office/drawing/2014/main" id="{BCBDE0A4-6F39-42EF-A6F6-6D06545C23E1}"/>
              </a:ext>
            </a:extLst>
          </p:cNvPr>
          <p:cNvSpPr txBox="1">
            <a:spLocks noGrp="1"/>
          </p:cNvSpPr>
          <p:nvPr>
            <p:ph type="body" idx="1"/>
          </p:nvPr>
        </p:nvSpPr>
        <p:spPr>
          <a:xfrm>
            <a:off x="196651" y="2612377"/>
            <a:ext cx="8737219" cy="1200150"/>
          </a:xfrm>
          <a:prstGeom prst="rect">
            <a:avLst/>
          </a:prstGeom>
          <a:noFill/>
          <a:ln>
            <a:noFill/>
          </a:ln>
        </p:spPr>
        <p:txBody>
          <a:bodyPr spcFirstLastPara="1" wrap="square" lIns="91425" tIns="45700" rIns="91425" bIns="45700" anchor="ctr" anchorCtr="0">
            <a:normAutofit/>
          </a:bodyPr>
          <a:lstStyle/>
          <a:p>
            <a:pPr marL="0" marR="0" algn="just">
              <a:spcBef>
                <a:spcPts val="600"/>
              </a:spcBef>
              <a:spcAft>
                <a:spcPts val="600"/>
              </a:spcAft>
            </a:pPr>
            <a:r>
              <a:rPr lang="es-ES" sz="1800" dirty="0">
                <a:solidFill>
                  <a:srgbClr val="000000"/>
                </a:solidFill>
                <a:effectLst/>
                <a:latin typeface="Calibri" panose="020F0502020204030204" pitchFamily="34" charset="0"/>
                <a:ea typeface="Arial" panose="020B0604020202020204" pitchFamily="34" charset="0"/>
              </a:rPr>
              <a:t>Verificar que se haya creado correctamente.</a:t>
            </a:r>
            <a:endParaRPr lang="en-US" sz="1800" dirty="0">
              <a:effectLst/>
              <a:latin typeface="Times New Roman" panose="02020603050405020304" pitchFamily="18" charset="0"/>
              <a:ea typeface="Times New Roman" panose="02020603050405020304" pitchFamily="18" charset="0"/>
            </a:endParaRPr>
          </a:p>
          <a:p>
            <a:pPr marL="0" marR="0" lvl="0" indent="0">
              <a:lnSpc>
                <a:spcPct val="115000"/>
              </a:lnSpc>
              <a:spcBef>
                <a:spcPts val="500"/>
              </a:spcBef>
              <a:spcAft>
                <a:spcPts val="1000"/>
              </a:spcAft>
              <a:buNone/>
            </a:pPr>
            <a:endParaRPr lang="es-EC" sz="1800" dirty="0">
              <a:effectLst/>
              <a:latin typeface="Calibri" panose="020F0502020204030204" pitchFamily="34" charset="0"/>
              <a:ea typeface="Calibri" panose="020F0502020204030204" pitchFamily="34" charset="0"/>
            </a:endParaRPr>
          </a:p>
        </p:txBody>
      </p:sp>
      <p:sp>
        <p:nvSpPr>
          <p:cNvPr id="10" name="Google Shape;123;p3">
            <a:extLst>
              <a:ext uri="{FF2B5EF4-FFF2-40B4-BE49-F238E27FC236}">
                <a16:creationId xmlns:a16="http://schemas.microsoft.com/office/drawing/2014/main" id="{8E365D40-B96D-4233-9B9E-F61E1EE1EEAE}"/>
              </a:ext>
            </a:extLst>
          </p:cNvPr>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lvl="0" indent="-361950" algn="l" rtl="0">
              <a:spcBef>
                <a:spcPts val="0"/>
              </a:spcBef>
              <a:spcAft>
                <a:spcPts val="0"/>
              </a:spcAft>
              <a:buClr>
                <a:srgbClr val="FFFF00"/>
              </a:buClr>
              <a:buSzPts val="2100"/>
              <a:buFont typeface="Noto Sans Symbols"/>
              <a:buChar char="◼"/>
            </a:pPr>
            <a:r>
              <a:rPr lang="es-ES" sz="2100" b="1" dirty="0">
                <a:solidFill>
                  <a:schemeClr val="bg1"/>
                </a:solidFill>
                <a:latin typeface="Calibri"/>
                <a:ea typeface="Calibri"/>
                <a:cs typeface="Calibri"/>
                <a:sym typeface="Calibri"/>
              </a:rPr>
              <a:t>INTRODUCCIÓN</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OBJETIVO</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bg1"/>
                </a:solidFill>
                <a:latin typeface="Calibri"/>
                <a:ea typeface="Calibri"/>
                <a:cs typeface="Calibri"/>
                <a:sym typeface="Calibri"/>
              </a:rPr>
              <a:t>MARCO TEÓRICO</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chemeClr val="lt1"/>
                </a:solidFill>
                <a:latin typeface="Calibri"/>
                <a:ea typeface="Calibri"/>
                <a:cs typeface="Calibri"/>
                <a:sym typeface="Calibri"/>
              </a:rPr>
              <a:t>DESCRIPCIÓN DEL TALLER</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rgbClr val="FFFF00"/>
                </a:solidFill>
                <a:latin typeface="Calibri"/>
                <a:ea typeface="Calibri"/>
                <a:cs typeface="Calibri"/>
                <a:sym typeface="Calibri"/>
              </a:rPr>
              <a:t>DESARROLLO</a:t>
            </a: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CONCLUSIONES</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RECOMENDACIONES</a:t>
            </a:r>
            <a:endParaRPr dirty="0">
              <a:solidFill>
                <a:schemeClr val="dk1"/>
              </a:solidFill>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BIBLIOGRAFÍA </a:t>
            </a:r>
            <a:endParaRPr sz="2100" b="1" dirty="0">
              <a:solidFill>
                <a:srgbClr val="FFFF00"/>
              </a:solidFill>
              <a:latin typeface="Calibri"/>
              <a:ea typeface="Calibri"/>
              <a:cs typeface="Calibri"/>
              <a:sym typeface="Calibri"/>
            </a:endParaRPr>
          </a:p>
        </p:txBody>
      </p:sp>
      <p:sp>
        <p:nvSpPr>
          <p:cNvPr id="9" name="CuadroTexto 8">
            <a:extLst>
              <a:ext uri="{FF2B5EF4-FFF2-40B4-BE49-F238E27FC236}">
                <a16:creationId xmlns:a16="http://schemas.microsoft.com/office/drawing/2014/main" id="{D377DDC2-D5FD-4027-AA30-2BBA50549227}"/>
              </a:ext>
            </a:extLst>
          </p:cNvPr>
          <p:cNvSpPr txBox="1"/>
          <p:nvPr/>
        </p:nvSpPr>
        <p:spPr>
          <a:xfrm>
            <a:off x="78537" y="1967092"/>
            <a:ext cx="8982238" cy="405367"/>
          </a:xfrm>
          <a:prstGeom prst="rect">
            <a:avLst/>
          </a:prstGeom>
          <a:noFill/>
        </p:spPr>
        <p:txBody>
          <a:bodyPr wrap="square">
            <a:spAutoFit/>
          </a:bodyPr>
          <a:lstStyle/>
          <a:p>
            <a:pPr marL="123444" indent="0">
              <a:lnSpc>
                <a:spcPct val="107000"/>
              </a:lnSpc>
              <a:spcBef>
                <a:spcPts val="800"/>
              </a:spcBef>
              <a:spcAft>
                <a:spcPts val="600"/>
              </a:spcAft>
              <a:buNone/>
            </a:pPr>
            <a:r>
              <a:rPr lang="es-EC" sz="2000" b="1" dirty="0">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rPr>
              <a:t>Creación del Cliente</a:t>
            </a:r>
            <a:endParaRPr lang="es-EC" sz="20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pic>
        <p:nvPicPr>
          <p:cNvPr id="2" name="Imagen 87">
            <a:extLst>
              <a:ext uri="{FF2B5EF4-FFF2-40B4-BE49-F238E27FC236}">
                <a16:creationId xmlns:a16="http://schemas.microsoft.com/office/drawing/2014/main" id="{DBA412D3-C19F-E08A-59F9-A8D0B5824BEC}"/>
              </a:ext>
            </a:extLst>
          </p:cNvPr>
          <p:cNvPicPr>
            <a:picLocks noChangeAspect="1"/>
          </p:cNvPicPr>
          <p:nvPr/>
        </p:nvPicPr>
        <p:blipFill rotWithShape="1">
          <a:blip r:embed="rId3"/>
          <a:srcRect t="38600"/>
          <a:stretch/>
        </p:blipFill>
        <p:spPr bwMode="auto">
          <a:xfrm>
            <a:off x="1964868" y="3856872"/>
            <a:ext cx="5712232" cy="151671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08647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9"/>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dirty="0"/>
              <a:t>DESARROLLO EJERCICIO 1</a:t>
            </a:r>
            <a:endParaRPr dirty="0"/>
          </a:p>
        </p:txBody>
      </p:sp>
      <p:sp>
        <p:nvSpPr>
          <p:cNvPr id="8" name="Google Shape;170;p8">
            <a:extLst>
              <a:ext uri="{FF2B5EF4-FFF2-40B4-BE49-F238E27FC236}">
                <a16:creationId xmlns:a16="http://schemas.microsoft.com/office/drawing/2014/main" id="{BCBDE0A4-6F39-42EF-A6F6-6D06545C23E1}"/>
              </a:ext>
            </a:extLst>
          </p:cNvPr>
          <p:cNvSpPr txBox="1">
            <a:spLocks noGrp="1"/>
          </p:cNvSpPr>
          <p:nvPr>
            <p:ph type="body" idx="1"/>
          </p:nvPr>
        </p:nvSpPr>
        <p:spPr>
          <a:xfrm>
            <a:off x="196651" y="2612377"/>
            <a:ext cx="8737219" cy="1200150"/>
          </a:xfrm>
          <a:prstGeom prst="rect">
            <a:avLst/>
          </a:prstGeom>
          <a:noFill/>
          <a:ln>
            <a:noFill/>
          </a:ln>
        </p:spPr>
        <p:txBody>
          <a:bodyPr spcFirstLastPara="1" wrap="square" lIns="91425" tIns="45700" rIns="91425" bIns="45700" anchor="ctr" anchorCtr="0">
            <a:normAutofit/>
          </a:bodyPr>
          <a:lstStyle/>
          <a:p>
            <a:pPr marL="0" indent="0">
              <a:lnSpc>
                <a:spcPct val="115000"/>
              </a:lnSpc>
              <a:spcBef>
                <a:spcPts val="500"/>
              </a:spcBef>
              <a:spcAft>
                <a:spcPts val="1000"/>
              </a:spcAft>
              <a:buNone/>
            </a:pPr>
            <a:r>
              <a:rPr lang="es-ES_tradnl" dirty="0">
                <a:latin typeface="Times New Roman" panose="02020603050405020304" pitchFamily="18" charset="0"/>
                <a:ea typeface="Calibri" panose="020F0502020204030204" pitchFamily="34" charset="0"/>
              </a:rPr>
              <a:t>Se crea una referencia de servicio, el cual se hará referencia al servidor que se creo anteriormente.</a:t>
            </a:r>
            <a:endParaRPr lang="es-ES_tradnl" sz="1800" dirty="0">
              <a:effectLst/>
              <a:latin typeface="Calibri" panose="020F0502020204030204" pitchFamily="34" charset="0"/>
              <a:ea typeface="Calibri" panose="020F0502020204030204" pitchFamily="34" charset="0"/>
            </a:endParaRPr>
          </a:p>
          <a:p>
            <a:pPr marL="0" marR="0" lvl="0" indent="0">
              <a:lnSpc>
                <a:spcPct val="115000"/>
              </a:lnSpc>
              <a:spcBef>
                <a:spcPts val="500"/>
              </a:spcBef>
              <a:spcAft>
                <a:spcPts val="1000"/>
              </a:spcAft>
              <a:buNone/>
            </a:pPr>
            <a:endParaRPr lang="es-EC" sz="1800" dirty="0">
              <a:effectLst/>
              <a:latin typeface="Calibri" panose="020F0502020204030204" pitchFamily="34" charset="0"/>
              <a:ea typeface="Calibri" panose="020F0502020204030204" pitchFamily="34" charset="0"/>
            </a:endParaRPr>
          </a:p>
        </p:txBody>
      </p:sp>
      <p:sp>
        <p:nvSpPr>
          <p:cNvPr id="10" name="Google Shape;123;p3">
            <a:extLst>
              <a:ext uri="{FF2B5EF4-FFF2-40B4-BE49-F238E27FC236}">
                <a16:creationId xmlns:a16="http://schemas.microsoft.com/office/drawing/2014/main" id="{8E365D40-B96D-4233-9B9E-F61E1EE1EEAE}"/>
              </a:ext>
            </a:extLst>
          </p:cNvPr>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lvl="0" indent="-361950" algn="l" rtl="0">
              <a:spcBef>
                <a:spcPts val="0"/>
              </a:spcBef>
              <a:spcAft>
                <a:spcPts val="0"/>
              </a:spcAft>
              <a:buClr>
                <a:srgbClr val="FFFF00"/>
              </a:buClr>
              <a:buSzPts val="2100"/>
              <a:buFont typeface="Noto Sans Symbols"/>
              <a:buChar char="◼"/>
            </a:pPr>
            <a:r>
              <a:rPr lang="es-ES" sz="2100" b="1" dirty="0">
                <a:solidFill>
                  <a:schemeClr val="bg1"/>
                </a:solidFill>
                <a:latin typeface="Calibri"/>
                <a:ea typeface="Calibri"/>
                <a:cs typeface="Calibri"/>
                <a:sym typeface="Calibri"/>
              </a:rPr>
              <a:t>INTRODUCCIÓN</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OBJETIVO</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bg1"/>
                </a:solidFill>
                <a:latin typeface="Calibri"/>
                <a:ea typeface="Calibri"/>
                <a:cs typeface="Calibri"/>
                <a:sym typeface="Calibri"/>
              </a:rPr>
              <a:t>MARCO TEÓRICO</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chemeClr val="lt1"/>
                </a:solidFill>
                <a:latin typeface="Calibri"/>
                <a:ea typeface="Calibri"/>
                <a:cs typeface="Calibri"/>
                <a:sym typeface="Calibri"/>
              </a:rPr>
              <a:t>DESCRIPCIÓN DEL TALLER</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rgbClr val="FFFF00"/>
                </a:solidFill>
                <a:latin typeface="Calibri"/>
                <a:ea typeface="Calibri"/>
                <a:cs typeface="Calibri"/>
                <a:sym typeface="Calibri"/>
              </a:rPr>
              <a:t>DESARROLLO</a:t>
            </a: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CONCLUSIONES</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RECOMENDACIONES</a:t>
            </a:r>
            <a:endParaRPr dirty="0">
              <a:solidFill>
                <a:schemeClr val="dk1"/>
              </a:solidFill>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BIBLIOGRAFÍA </a:t>
            </a:r>
            <a:endParaRPr sz="2100" b="1" dirty="0">
              <a:solidFill>
                <a:srgbClr val="FFFF00"/>
              </a:solidFill>
              <a:latin typeface="Calibri"/>
              <a:ea typeface="Calibri"/>
              <a:cs typeface="Calibri"/>
              <a:sym typeface="Calibri"/>
            </a:endParaRPr>
          </a:p>
        </p:txBody>
      </p:sp>
      <p:sp>
        <p:nvSpPr>
          <p:cNvPr id="9" name="CuadroTexto 8">
            <a:extLst>
              <a:ext uri="{FF2B5EF4-FFF2-40B4-BE49-F238E27FC236}">
                <a16:creationId xmlns:a16="http://schemas.microsoft.com/office/drawing/2014/main" id="{D377DDC2-D5FD-4027-AA30-2BBA50549227}"/>
              </a:ext>
            </a:extLst>
          </p:cNvPr>
          <p:cNvSpPr txBox="1"/>
          <p:nvPr/>
        </p:nvSpPr>
        <p:spPr>
          <a:xfrm>
            <a:off x="78537" y="1967092"/>
            <a:ext cx="8982238" cy="405367"/>
          </a:xfrm>
          <a:prstGeom prst="rect">
            <a:avLst/>
          </a:prstGeom>
          <a:noFill/>
        </p:spPr>
        <p:txBody>
          <a:bodyPr wrap="square">
            <a:spAutoFit/>
          </a:bodyPr>
          <a:lstStyle/>
          <a:p>
            <a:pPr marL="123444" indent="0">
              <a:lnSpc>
                <a:spcPct val="107000"/>
              </a:lnSpc>
              <a:spcBef>
                <a:spcPts val="800"/>
              </a:spcBef>
              <a:spcAft>
                <a:spcPts val="600"/>
              </a:spcAft>
              <a:buNone/>
            </a:pPr>
            <a:r>
              <a:rPr lang="es-EC" sz="2000" b="1" dirty="0">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rPr>
              <a:t>Creación del Cliente</a:t>
            </a:r>
            <a:endParaRPr lang="es-EC" sz="20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pic>
        <p:nvPicPr>
          <p:cNvPr id="3" name="Imagen 2">
            <a:extLst>
              <a:ext uri="{FF2B5EF4-FFF2-40B4-BE49-F238E27FC236}">
                <a16:creationId xmlns:a16="http://schemas.microsoft.com/office/drawing/2014/main" id="{70E066C6-3BFC-8421-9886-C877578913E2}"/>
              </a:ext>
            </a:extLst>
          </p:cNvPr>
          <p:cNvPicPr>
            <a:picLocks noChangeAspect="1"/>
          </p:cNvPicPr>
          <p:nvPr/>
        </p:nvPicPr>
        <p:blipFill>
          <a:blip r:embed="rId3"/>
          <a:stretch>
            <a:fillRect/>
          </a:stretch>
        </p:blipFill>
        <p:spPr>
          <a:xfrm>
            <a:off x="2260290" y="3212452"/>
            <a:ext cx="4491355" cy="3354705"/>
          </a:xfrm>
          <a:prstGeom prst="rect">
            <a:avLst/>
          </a:prstGeom>
        </p:spPr>
      </p:pic>
    </p:spTree>
    <p:extLst>
      <p:ext uri="{BB962C8B-B14F-4D97-AF65-F5344CB8AC3E}">
        <p14:creationId xmlns:p14="http://schemas.microsoft.com/office/powerpoint/2010/main" val="1386042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9"/>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dirty="0"/>
              <a:t>DESARROLLO EJERCICIO 1</a:t>
            </a:r>
            <a:endParaRPr dirty="0"/>
          </a:p>
        </p:txBody>
      </p:sp>
      <p:sp>
        <p:nvSpPr>
          <p:cNvPr id="8" name="Google Shape;170;p8">
            <a:extLst>
              <a:ext uri="{FF2B5EF4-FFF2-40B4-BE49-F238E27FC236}">
                <a16:creationId xmlns:a16="http://schemas.microsoft.com/office/drawing/2014/main" id="{BCBDE0A4-6F39-42EF-A6F6-6D06545C23E1}"/>
              </a:ext>
            </a:extLst>
          </p:cNvPr>
          <p:cNvSpPr txBox="1">
            <a:spLocks noGrp="1"/>
          </p:cNvSpPr>
          <p:nvPr>
            <p:ph type="body" idx="1"/>
          </p:nvPr>
        </p:nvSpPr>
        <p:spPr>
          <a:xfrm>
            <a:off x="196651" y="2612377"/>
            <a:ext cx="8737219" cy="1200150"/>
          </a:xfrm>
          <a:prstGeom prst="rect">
            <a:avLst/>
          </a:prstGeom>
          <a:noFill/>
          <a:ln>
            <a:noFill/>
          </a:ln>
        </p:spPr>
        <p:txBody>
          <a:bodyPr spcFirstLastPara="1" wrap="square" lIns="91425" tIns="45700" rIns="91425" bIns="45700" anchor="ctr" anchorCtr="0">
            <a:normAutofit/>
          </a:bodyPr>
          <a:lstStyle/>
          <a:p>
            <a:pPr marL="0" marR="0" algn="just">
              <a:spcBef>
                <a:spcPts val="600"/>
              </a:spcBef>
              <a:spcAft>
                <a:spcPts val="600"/>
              </a:spcAft>
            </a:pPr>
            <a:r>
              <a:rPr lang="es-ES" sz="1800" dirty="0">
                <a:solidFill>
                  <a:srgbClr val="000000"/>
                </a:solidFill>
                <a:effectLst/>
                <a:latin typeface="Calibri" panose="020F0502020204030204" pitchFamily="34" charset="0"/>
                <a:ea typeface="Arial" panose="020B0604020202020204" pitchFamily="34" charset="0"/>
              </a:rPr>
              <a:t>Copiar la dirección URI de la página que se ejecuta en el proyecto del servidor</a:t>
            </a:r>
            <a:endParaRPr lang="en-US" sz="1800" dirty="0">
              <a:effectLst/>
              <a:latin typeface="Times New Roman" panose="02020603050405020304" pitchFamily="18" charset="0"/>
              <a:ea typeface="Times New Roman" panose="02020603050405020304" pitchFamily="18" charset="0"/>
            </a:endParaRPr>
          </a:p>
          <a:p>
            <a:pPr marL="0" marR="0" lvl="0" indent="0">
              <a:lnSpc>
                <a:spcPct val="115000"/>
              </a:lnSpc>
              <a:spcBef>
                <a:spcPts val="500"/>
              </a:spcBef>
              <a:spcAft>
                <a:spcPts val="1000"/>
              </a:spcAft>
              <a:buNone/>
            </a:pPr>
            <a:endParaRPr lang="es-EC" sz="1800" dirty="0">
              <a:effectLst/>
              <a:latin typeface="Calibri" panose="020F0502020204030204" pitchFamily="34" charset="0"/>
              <a:ea typeface="Calibri" panose="020F0502020204030204" pitchFamily="34" charset="0"/>
            </a:endParaRPr>
          </a:p>
        </p:txBody>
      </p:sp>
      <p:sp>
        <p:nvSpPr>
          <p:cNvPr id="10" name="Google Shape;123;p3">
            <a:extLst>
              <a:ext uri="{FF2B5EF4-FFF2-40B4-BE49-F238E27FC236}">
                <a16:creationId xmlns:a16="http://schemas.microsoft.com/office/drawing/2014/main" id="{8E365D40-B96D-4233-9B9E-F61E1EE1EEAE}"/>
              </a:ext>
            </a:extLst>
          </p:cNvPr>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lvl="0" indent="-361950" algn="l" rtl="0">
              <a:spcBef>
                <a:spcPts val="0"/>
              </a:spcBef>
              <a:spcAft>
                <a:spcPts val="0"/>
              </a:spcAft>
              <a:buClr>
                <a:srgbClr val="FFFF00"/>
              </a:buClr>
              <a:buSzPts val="2100"/>
              <a:buFont typeface="Noto Sans Symbols"/>
              <a:buChar char="◼"/>
            </a:pPr>
            <a:r>
              <a:rPr lang="es-ES" sz="2100" b="1" dirty="0">
                <a:solidFill>
                  <a:schemeClr val="bg1"/>
                </a:solidFill>
                <a:latin typeface="Calibri"/>
                <a:ea typeface="Calibri"/>
                <a:cs typeface="Calibri"/>
                <a:sym typeface="Calibri"/>
              </a:rPr>
              <a:t>INTRODUCCIÓN</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OBJETIVO</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bg1"/>
                </a:solidFill>
                <a:latin typeface="Calibri"/>
                <a:ea typeface="Calibri"/>
                <a:cs typeface="Calibri"/>
                <a:sym typeface="Calibri"/>
              </a:rPr>
              <a:t>MARCO TEÓRICO</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chemeClr val="lt1"/>
                </a:solidFill>
                <a:latin typeface="Calibri"/>
                <a:ea typeface="Calibri"/>
                <a:cs typeface="Calibri"/>
                <a:sym typeface="Calibri"/>
              </a:rPr>
              <a:t>DESCRIPCIÓN DEL TALLER</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rgbClr val="FFFF00"/>
                </a:solidFill>
                <a:latin typeface="Calibri"/>
                <a:ea typeface="Calibri"/>
                <a:cs typeface="Calibri"/>
                <a:sym typeface="Calibri"/>
              </a:rPr>
              <a:t>DESARROLLO</a:t>
            </a: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CONCLUSIONES</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RECOMENDACIONES</a:t>
            </a:r>
            <a:endParaRPr dirty="0">
              <a:solidFill>
                <a:schemeClr val="dk1"/>
              </a:solidFill>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BIBLIOGRAFÍA </a:t>
            </a:r>
            <a:endParaRPr sz="2100" b="1" dirty="0">
              <a:solidFill>
                <a:srgbClr val="FFFF00"/>
              </a:solidFill>
              <a:latin typeface="Calibri"/>
              <a:ea typeface="Calibri"/>
              <a:cs typeface="Calibri"/>
              <a:sym typeface="Calibri"/>
            </a:endParaRPr>
          </a:p>
        </p:txBody>
      </p:sp>
      <p:sp>
        <p:nvSpPr>
          <p:cNvPr id="9" name="CuadroTexto 8">
            <a:extLst>
              <a:ext uri="{FF2B5EF4-FFF2-40B4-BE49-F238E27FC236}">
                <a16:creationId xmlns:a16="http://schemas.microsoft.com/office/drawing/2014/main" id="{D377DDC2-D5FD-4027-AA30-2BBA50549227}"/>
              </a:ext>
            </a:extLst>
          </p:cNvPr>
          <p:cNvSpPr txBox="1"/>
          <p:nvPr/>
        </p:nvSpPr>
        <p:spPr>
          <a:xfrm>
            <a:off x="78537" y="1967092"/>
            <a:ext cx="8982238" cy="405367"/>
          </a:xfrm>
          <a:prstGeom prst="rect">
            <a:avLst/>
          </a:prstGeom>
          <a:noFill/>
        </p:spPr>
        <p:txBody>
          <a:bodyPr wrap="square">
            <a:spAutoFit/>
          </a:bodyPr>
          <a:lstStyle/>
          <a:p>
            <a:pPr marL="123444" indent="0">
              <a:lnSpc>
                <a:spcPct val="107000"/>
              </a:lnSpc>
              <a:spcBef>
                <a:spcPts val="800"/>
              </a:spcBef>
              <a:spcAft>
                <a:spcPts val="600"/>
              </a:spcAft>
              <a:buNone/>
            </a:pPr>
            <a:r>
              <a:rPr lang="es-EC" sz="2000" b="1" dirty="0">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rPr>
              <a:t>Creación del Cliente</a:t>
            </a:r>
            <a:endParaRPr lang="es-EC" sz="20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89B905B-92F2-37D3-3F09-D8ABF676937C}"/>
              </a:ext>
            </a:extLst>
          </p:cNvPr>
          <p:cNvPicPr>
            <a:picLocks noChangeAspect="1"/>
          </p:cNvPicPr>
          <p:nvPr/>
        </p:nvPicPr>
        <p:blipFill rotWithShape="1">
          <a:blip r:embed="rId3"/>
          <a:srcRect l="38100" b="79476"/>
          <a:stretch/>
        </p:blipFill>
        <p:spPr bwMode="auto">
          <a:xfrm>
            <a:off x="1881217" y="3605838"/>
            <a:ext cx="5666723" cy="413378"/>
          </a:xfrm>
          <a:prstGeom prst="rect">
            <a:avLst/>
          </a:prstGeom>
          <a:ln>
            <a:noFill/>
          </a:ln>
          <a:extLst>
            <a:ext uri="{53640926-AAD7-44D8-BBD7-CCE9431645EC}">
              <a14:shadowObscured xmlns:a14="http://schemas.microsoft.com/office/drawing/2010/main"/>
            </a:ext>
          </a:extLst>
        </p:spPr>
      </p:pic>
      <p:pic>
        <p:nvPicPr>
          <p:cNvPr id="4" name="Picture 3" descr="A screenshot of a computer&#10;&#10;Description automatically generated with medium confidence">
            <a:extLst>
              <a:ext uri="{FF2B5EF4-FFF2-40B4-BE49-F238E27FC236}">
                <a16:creationId xmlns:a16="http://schemas.microsoft.com/office/drawing/2014/main" id="{A353EE55-704D-0849-CCCB-B470D469D1A5}"/>
              </a:ext>
            </a:extLst>
          </p:cNvPr>
          <p:cNvPicPr>
            <a:picLocks noChangeAspect="1"/>
          </p:cNvPicPr>
          <p:nvPr/>
        </p:nvPicPr>
        <p:blipFill rotWithShape="1">
          <a:blip r:embed="rId4"/>
          <a:srcRect l="36830" t="21708" r="2352" b="62642"/>
          <a:stretch/>
        </p:blipFill>
        <p:spPr bwMode="auto">
          <a:xfrm>
            <a:off x="1881216" y="4379008"/>
            <a:ext cx="5936385" cy="42697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51191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9"/>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dirty="0"/>
              <a:t>DESARROLLO EJERCICIO 1</a:t>
            </a:r>
            <a:endParaRPr dirty="0"/>
          </a:p>
        </p:txBody>
      </p:sp>
      <p:sp>
        <p:nvSpPr>
          <p:cNvPr id="8" name="Google Shape;170;p8">
            <a:extLst>
              <a:ext uri="{FF2B5EF4-FFF2-40B4-BE49-F238E27FC236}">
                <a16:creationId xmlns:a16="http://schemas.microsoft.com/office/drawing/2014/main" id="{BCBDE0A4-6F39-42EF-A6F6-6D06545C23E1}"/>
              </a:ext>
            </a:extLst>
          </p:cNvPr>
          <p:cNvSpPr txBox="1">
            <a:spLocks noGrp="1"/>
          </p:cNvSpPr>
          <p:nvPr>
            <p:ph type="body" idx="1"/>
          </p:nvPr>
        </p:nvSpPr>
        <p:spPr>
          <a:xfrm>
            <a:off x="196651" y="2612377"/>
            <a:ext cx="8737219" cy="1200150"/>
          </a:xfrm>
          <a:prstGeom prst="rect">
            <a:avLst/>
          </a:prstGeom>
          <a:noFill/>
          <a:ln>
            <a:noFill/>
          </a:ln>
        </p:spPr>
        <p:txBody>
          <a:bodyPr spcFirstLastPara="1" wrap="square" lIns="91425" tIns="45700" rIns="91425" bIns="45700" anchor="ctr" anchorCtr="0">
            <a:normAutofit/>
          </a:bodyPr>
          <a:lstStyle/>
          <a:p>
            <a:pPr marL="0" indent="0">
              <a:lnSpc>
                <a:spcPct val="115000"/>
              </a:lnSpc>
              <a:spcBef>
                <a:spcPts val="500"/>
              </a:spcBef>
              <a:spcAft>
                <a:spcPts val="1000"/>
              </a:spcAft>
              <a:buNone/>
            </a:pPr>
            <a:r>
              <a:rPr lang="es-ES_tradnl" dirty="0">
                <a:latin typeface="Times New Roman" panose="02020603050405020304" pitchFamily="18" charset="0"/>
                <a:ea typeface="Calibri" panose="020F0502020204030204" pitchFamily="34" charset="0"/>
              </a:rPr>
              <a:t>Seguidamente se crea un formulario para el ingreso de conversión.</a:t>
            </a:r>
            <a:endParaRPr lang="es-ES_tradnl" sz="1800" dirty="0">
              <a:effectLst/>
              <a:latin typeface="Calibri" panose="020F0502020204030204" pitchFamily="34" charset="0"/>
              <a:ea typeface="Calibri" panose="020F0502020204030204" pitchFamily="34" charset="0"/>
            </a:endParaRPr>
          </a:p>
          <a:p>
            <a:pPr marL="0" marR="0" lvl="0" indent="0">
              <a:lnSpc>
                <a:spcPct val="115000"/>
              </a:lnSpc>
              <a:spcBef>
                <a:spcPts val="500"/>
              </a:spcBef>
              <a:spcAft>
                <a:spcPts val="1000"/>
              </a:spcAft>
              <a:buNone/>
            </a:pPr>
            <a:endParaRPr lang="es-EC" sz="1800" dirty="0">
              <a:effectLst/>
              <a:latin typeface="Calibri" panose="020F0502020204030204" pitchFamily="34" charset="0"/>
              <a:ea typeface="Calibri" panose="020F0502020204030204" pitchFamily="34" charset="0"/>
            </a:endParaRPr>
          </a:p>
        </p:txBody>
      </p:sp>
      <p:sp>
        <p:nvSpPr>
          <p:cNvPr id="10" name="Google Shape;123;p3">
            <a:extLst>
              <a:ext uri="{FF2B5EF4-FFF2-40B4-BE49-F238E27FC236}">
                <a16:creationId xmlns:a16="http://schemas.microsoft.com/office/drawing/2014/main" id="{8E365D40-B96D-4233-9B9E-F61E1EE1EEAE}"/>
              </a:ext>
            </a:extLst>
          </p:cNvPr>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lvl="0" indent="-361950" algn="l" rtl="0">
              <a:spcBef>
                <a:spcPts val="0"/>
              </a:spcBef>
              <a:spcAft>
                <a:spcPts val="0"/>
              </a:spcAft>
              <a:buClr>
                <a:srgbClr val="FFFF00"/>
              </a:buClr>
              <a:buSzPts val="2100"/>
              <a:buFont typeface="Noto Sans Symbols"/>
              <a:buChar char="◼"/>
            </a:pPr>
            <a:r>
              <a:rPr lang="es-ES" sz="2100" b="1" dirty="0">
                <a:solidFill>
                  <a:schemeClr val="bg1"/>
                </a:solidFill>
                <a:latin typeface="Calibri"/>
                <a:ea typeface="Calibri"/>
                <a:cs typeface="Calibri"/>
                <a:sym typeface="Calibri"/>
              </a:rPr>
              <a:t>INTRODUCCIÓN</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OBJETIVO</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bg1"/>
                </a:solidFill>
                <a:latin typeface="Calibri"/>
                <a:ea typeface="Calibri"/>
                <a:cs typeface="Calibri"/>
                <a:sym typeface="Calibri"/>
              </a:rPr>
              <a:t>MARCO TEÓRICO</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chemeClr val="lt1"/>
                </a:solidFill>
                <a:latin typeface="Calibri"/>
                <a:ea typeface="Calibri"/>
                <a:cs typeface="Calibri"/>
                <a:sym typeface="Calibri"/>
              </a:rPr>
              <a:t>DESCRIPCIÓN DEL TALLER</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rgbClr val="FFFF00"/>
                </a:solidFill>
                <a:latin typeface="Calibri"/>
                <a:ea typeface="Calibri"/>
                <a:cs typeface="Calibri"/>
                <a:sym typeface="Calibri"/>
              </a:rPr>
              <a:t>DESARROLLO</a:t>
            </a: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CONCLUSIONES</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RECOMENDACIONES</a:t>
            </a:r>
            <a:endParaRPr dirty="0">
              <a:solidFill>
                <a:schemeClr val="dk1"/>
              </a:solidFill>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BIBLIOGRAFÍA </a:t>
            </a:r>
            <a:endParaRPr sz="2100" b="1" dirty="0">
              <a:solidFill>
                <a:srgbClr val="FFFF00"/>
              </a:solidFill>
              <a:latin typeface="Calibri"/>
              <a:ea typeface="Calibri"/>
              <a:cs typeface="Calibri"/>
              <a:sym typeface="Calibri"/>
            </a:endParaRPr>
          </a:p>
        </p:txBody>
      </p:sp>
      <p:sp>
        <p:nvSpPr>
          <p:cNvPr id="9" name="CuadroTexto 8">
            <a:extLst>
              <a:ext uri="{FF2B5EF4-FFF2-40B4-BE49-F238E27FC236}">
                <a16:creationId xmlns:a16="http://schemas.microsoft.com/office/drawing/2014/main" id="{D377DDC2-D5FD-4027-AA30-2BBA50549227}"/>
              </a:ext>
            </a:extLst>
          </p:cNvPr>
          <p:cNvSpPr txBox="1"/>
          <p:nvPr/>
        </p:nvSpPr>
        <p:spPr>
          <a:xfrm>
            <a:off x="78537" y="1967092"/>
            <a:ext cx="8982238" cy="405367"/>
          </a:xfrm>
          <a:prstGeom prst="rect">
            <a:avLst/>
          </a:prstGeom>
          <a:noFill/>
        </p:spPr>
        <p:txBody>
          <a:bodyPr wrap="square">
            <a:spAutoFit/>
          </a:bodyPr>
          <a:lstStyle/>
          <a:p>
            <a:pPr marL="123444" indent="0">
              <a:lnSpc>
                <a:spcPct val="107000"/>
              </a:lnSpc>
              <a:spcBef>
                <a:spcPts val="800"/>
              </a:spcBef>
              <a:spcAft>
                <a:spcPts val="600"/>
              </a:spcAft>
              <a:buNone/>
            </a:pPr>
            <a:r>
              <a:rPr lang="es-EC" sz="2000" b="1" dirty="0">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rPr>
              <a:t>Creación del Cliente</a:t>
            </a:r>
            <a:endParaRPr lang="es-EC" sz="20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4495CF0-F4A5-7B8F-B407-B3D12AA1530A}"/>
              </a:ext>
            </a:extLst>
          </p:cNvPr>
          <p:cNvPicPr>
            <a:picLocks noChangeAspect="1"/>
          </p:cNvPicPr>
          <p:nvPr/>
        </p:nvPicPr>
        <p:blipFill>
          <a:blip r:embed="rId3"/>
          <a:stretch>
            <a:fillRect/>
          </a:stretch>
        </p:blipFill>
        <p:spPr>
          <a:xfrm>
            <a:off x="3238991" y="3651701"/>
            <a:ext cx="2941320" cy="1737360"/>
          </a:xfrm>
          <a:prstGeom prst="rect">
            <a:avLst/>
          </a:prstGeom>
        </p:spPr>
      </p:pic>
    </p:spTree>
    <p:extLst>
      <p:ext uri="{BB962C8B-B14F-4D97-AF65-F5344CB8AC3E}">
        <p14:creationId xmlns:p14="http://schemas.microsoft.com/office/powerpoint/2010/main" val="1043779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4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2800"/>
              <a:buFont typeface="Gill Sans"/>
              <a:buNone/>
            </a:pPr>
            <a:r>
              <a:rPr lang="es-ES"/>
              <a:t>CONCLUSIONES</a:t>
            </a:r>
            <a:endParaRPr/>
          </a:p>
        </p:txBody>
      </p:sp>
      <p:sp>
        <p:nvSpPr>
          <p:cNvPr id="427" name="Google Shape;427;p44"/>
          <p:cNvSpPr txBox="1">
            <a:spLocks noGrp="1"/>
          </p:cNvSpPr>
          <p:nvPr>
            <p:ph type="body" idx="1"/>
          </p:nvPr>
        </p:nvSpPr>
        <p:spPr>
          <a:xfrm>
            <a:off x="140677" y="2418012"/>
            <a:ext cx="8810815" cy="3026186"/>
          </a:xfrm>
          <a:prstGeom prst="rect">
            <a:avLst/>
          </a:prstGeom>
          <a:noFill/>
          <a:ln>
            <a:noFill/>
          </a:ln>
        </p:spPr>
        <p:txBody>
          <a:bodyPr spcFirstLastPara="1" wrap="square" lIns="91425" tIns="45700" rIns="91425" bIns="45700" anchor="ctr" anchorCtr="0">
            <a:noAutofit/>
          </a:bodyPr>
          <a:lstStyle/>
          <a:p>
            <a:pPr marL="342900" marR="0" lvl="0" indent="-342900" algn="just">
              <a:lnSpc>
                <a:spcPct val="107000"/>
              </a:lnSpc>
              <a:spcBef>
                <a:spcPts val="0"/>
              </a:spcBef>
              <a:spcAft>
                <a:spcPts val="800"/>
              </a:spcAft>
              <a:buFont typeface="Wingdings" panose="05000000000000000000" pitchFamily="2" charset="2"/>
              <a:buChar char=""/>
            </a:pPr>
            <a:r>
              <a:rPr lang="es-EC" sz="1800" dirty="0">
                <a:effectLst/>
                <a:latin typeface="Calibri" panose="020F0502020204030204" pitchFamily="34" charset="0"/>
                <a:ea typeface="Calibri" panose="020F0502020204030204" pitchFamily="34" charset="0"/>
                <a:cs typeface="Calibri" panose="020F0502020204030204" pitchFamily="34" charset="0"/>
              </a:rPr>
              <a:t>El</a:t>
            </a:r>
            <a:r>
              <a:rPr lang="es-EC" sz="1800" dirty="0">
                <a:effectLst/>
                <a:latin typeface="Calibri" panose="020F0502020204030204" pitchFamily="34" charset="0"/>
                <a:ea typeface="Calibri" panose="020F0502020204030204" pitchFamily="34" charset="0"/>
                <a:cs typeface="Times New Roman" panose="02020603050405020304" pitchFamily="18" charset="0"/>
              </a:rPr>
              <a:t>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DotNet</a:t>
            </a:r>
            <a:r>
              <a:rPr lang="es-ES" sz="1800" dirty="0">
                <a:effectLst/>
                <a:latin typeface="Calibri" panose="020F0502020204030204" pitchFamily="34" charset="0"/>
                <a:ea typeface="Calibri" panose="020F0502020204030204" pitchFamily="34" charset="0"/>
                <a:cs typeface="Times New Roman" panose="02020603050405020304" pitchFamily="18" charset="0"/>
              </a:rPr>
              <a:t> proporciona herramientas y bibliotecas que simplifican la implementación y el mantenimiento de servicios web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RESTful</a:t>
            </a:r>
            <a:r>
              <a:rPr lang="es-ES" sz="1800" dirty="0">
                <a:effectLst/>
                <a:latin typeface="Calibri" panose="020F0502020204030204" pitchFamily="34" charset="0"/>
                <a:ea typeface="Calibri" panose="020F0502020204030204" pitchFamily="34" charset="0"/>
                <a:cs typeface="Times New Roman" panose="02020603050405020304" pitchFamily="18" charset="0"/>
              </a:rPr>
              <a:t>. Las características como el enlace de datos, el enrutamiento y la autenticación integrada pueden acelerar el desarrollo y garantizar la seguridad de los servicios.</a:t>
            </a:r>
            <a:endParaRPr lang="es-ES" sz="1800" dirty="0">
              <a:effectLst/>
              <a:latin typeface="Times New Roman" panose="02020603050405020304" pitchFamily="18" charset="0"/>
              <a:ea typeface="Calibri" panose="020F0502020204030204" pitchFamily="34" charset="0"/>
            </a:endParaRPr>
          </a:p>
          <a:p>
            <a:pPr marL="342900" marR="0" lvl="0" indent="-342900" algn="just">
              <a:lnSpc>
                <a:spcPct val="107000"/>
              </a:lnSpc>
              <a:spcBef>
                <a:spcPts val="0"/>
              </a:spcBef>
              <a:spcAft>
                <a:spcPts val="800"/>
              </a:spcAft>
              <a:buFont typeface="Wingdings" panose="05000000000000000000" pitchFamily="2" charset="2"/>
              <a:buChar char=""/>
            </a:pPr>
            <a:r>
              <a:rPr lang="es-ES" sz="1800" dirty="0" err="1">
                <a:effectLst/>
                <a:latin typeface="Calibri" panose="020F0502020204030204" pitchFamily="34" charset="0"/>
                <a:ea typeface="Calibri" panose="020F0502020204030204" pitchFamily="34" charset="0"/>
                <a:cs typeface="Times New Roman" panose="02020603050405020304" pitchFamily="18" charset="0"/>
              </a:rPr>
              <a:t>DotNet</a:t>
            </a:r>
            <a:r>
              <a:rPr lang="es-ES" sz="1800" dirty="0">
                <a:effectLst/>
                <a:latin typeface="Calibri" panose="020F0502020204030204" pitchFamily="34" charset="0"/>
                <a:ea typeface="Calibri" panose="020F0502020204030204" pitchFamily="34" charset="0"/>
                <a:cs typeface="Times New Roman" panose="02020603050405020304" pitchFamily="18" charset="0"/>
              </a:rPr>
              <a:t> ofrece un rendimiento sólido y eficiente para aplicaciones web. Con su enfoque en la compilación en tiempo de ejecución y la optimización del código, los servicios web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RESTful</a:t>
            </a:r>
            <a:r>
              <a:rPr lang="es-ES" sz="1800" dirty="0">
                <a:effectLst/>
                <a:latin typeface="Calibri" panose="020F0502020204030204" pitchFamily="34" charset="0"/>
                <a:ea typeface="Calibri" panose="020F0502020204030204" pitchFamily="34" charset="0"/>
                <a:cs typeface="Times New Roman" panose="02020603050405020304" pitchFamily="18" charset="0"/>
              </a:rPr>
              <a:t> desarrollados en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DotNet</a:t>
            </a:r>
            <a:r>
              <a:rPr lang="es-ES" sz="1800" dirty="0">
                <a:effectLst/>
                <a:latin typeface="Calibri" panose="020F0502020204030204" pitchFamily="34" charset="0"/>
                <a:ea typeface="Calibri" panose="020F0502020204030204" pitchFamily="34" charset="0"/>
                <a:cs typeface="Times New Roman" panose="02020603050405020304" pitchFamily="18" charset="0"/>
              </a:rPr>
              <a:t> pueden ser altamente eficientes y responder rápidamente a las solicitudes.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Google Shape;123;p3">
            <a:extLst>
              <a:ext uri="{FF2B5EF4-FFF2-40B4-BE49-F238E27FC236}">
                <a16:creationId xmlns:a16="http://schemas.microsoft.com/office/drawing/2014/main" id="{D1300BC9-93D9-4909-84D0-47CB80DAD1FB}"/>
              </a:ext>
            </a:extLst>
          </p:cNvPr>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lvl="0" indent="-361950" algn="l" rtl="0">
              <a:spcBef>
                <a:spcPts val="0"/>
              </a:spcBef>
              <a:spcAft>
                <a:spcPts val="0"/>
              </a:spcAft>
              <a:buClr>
                <a:srgbClr val="FFFF00"/>
              </a:buClr>
              <a:buSzPts val="2100"/>
              <a:buFont typeface="Noto Sans Symbols"/>
              <a:buChar char="◼"/>
            </a:pPr>
            <a:r>
              <a:rPr lang="es-ES" sz="2100" b="1" dirty="0">
                <a:solidFill>
                  <a:schemeClr val="bg1"/>
                </a:solidFill>
                <a:latin typeface="Calibri"/>
                <a:ea typeface="Calibri"/>
                <a:cs typeface="Calibri"/>
                <a:sym typeface="Calibri"/>
              </a:rPr>
              <a:t>INTRODUCCIÓN</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OBJETIVO</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bg1"/>
                </a:solidFill>
                <a:latin typeface="Calibri"/>
                <a:ea typeface="Calibri"/>
                <a:cs typeface="Calibri"/>
                <a:sym typeface="Calibri"/>
              </a:rPr>
              <a:t>MARCO TEÓRICO</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chemeClr val="lt1"/>
                </a:solidFill>
                <a:latin typeface="Calibri"/>
                <a:ea typeface="Calibri"/>
                <a:cs typeface="Calibri"/>
                <a:sym typeface="Calibri"/>
              </a:rPr>
              <a:t>DESCRIPCIÓN DEL TALLER</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chemeClr val="bg1"/>
                </a:solidFill>
                <a:latin typeface="Calibri"/>
                <a:ea typeface="Calibri"/>
                <a:cs typeface="Calibri"/>
                <a:sym typeface="Calibri"/>
              </a:rPr>
              <a:t>DESARROLLO EJ N°1</a:t>
            </a:r>
          </a:p>
          <a:p>
            <a:pPr marL="457200" lvl="0" indent="-361950" algn="l" rtl="0">
              <a:spcBef>
                <a:spcPts val="0"/>
              </a:spcBef>
              <a:spcAft>
                <a:spcPts val="0"/>
              </a:spcAft>
              <a:buClr>
                <a:schemeClr val="lt1"/>
              </a:buClr>
              <a:buSzPts val="2100"/>
              <a:buFont typeface="Calibri"/>
              <a:buChar char="◼"/>
            </a:pPr>
            <a:r>
              <a:rPr lang="es-ES" sz="2100" b="1" dirty="0">
                <a:solidFill>
                  <a:srgbClr val="FFFF00"/>
                </a:solidFill>
                <a:latin typeface="Calibri"/>
                <a:ea typeface="Calibri"/>
                <a:cs typeface="Calibri"/>
                <a:sym typeface="Calibri"/>
              </a:rPr>
              <a:t>CONCLUSIONES</a:t>
            </a:r>
            <a:endParaRPr sz="2100" b="1" dirty="0">
              <a:solidFill>
                <a:srgbClr val="FFFF00"/>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RECOMENDACIONES</a:t>
            </a:r>
            <a:endParaRPr dirty="0">
              <a:solidFill>
                <a:schemeClr val="dk1"/>
              </a:solidFill>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BIBLIOGRAFÍA </a:t>
            </a:r>
            <a:endParaRPr sz="2100" b="1" dirty="0">
              <a:solidFill>
                <a:srgbClr val="FFFF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4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2800"/>
              <a:buFont typeface="Gill Sans"/>
              <a:buNone/>
            </a:pPr>
            <a:r>
              <a:rPr lang="es-ES" dirty="0"/>
              <a:t>RECOMENDACIONES</a:t>
            </a:r>
            <a:endParaRPr dirty="0"/>
          </a:p>
        </p:txBody>
      </p:sp>
      <p:sp>
        <p:nvSpPr>
          <p:cNvPr id="434" name="Google Shape;434;p45"/>
          <p:cNvSpPr txBox="1">
            <a:spLocks noGrp="1"/>
          </p:cNvSpPr>
          <p:nvPr>
            <p:ph type="body" idx="1"/>
          </p:nvPr>
        </p:nvSpPr>
        <p:spPr>
          <a:xfrm>
            <a:off x="581200" y="2180500"/>
            <a:ext cx="8052900" cy="3975344"/>
          </a:xfrm>
          <a:prstGeom prst="rect">
            <a:avLst/>
          </a:prstGeom>
          <a:noFill/>
          <a:ln>
            <a:noFill/>
          </a:ln>
        </p:spPr>
        <p:txBody>
          <a:bodyPr spcFirstLastPara="1" wrap="square" lIns="91425" tIns="45700" rIns="91425" bIns="45700" anchor="ctr" anchorCtr="0">
            <a:noAutofit/>
          </a:bodyPr>
          <a:lstStyle/>
          <a:p>
            <a:pPr marL="285750" indent="-285750" algn="just">
              <a:lnSpc>
                <a:spcPct val="150000"/>
              </a:lnSpc>
            </a:pPr>
            <a:r>
              <a:rPr lang="es-MX" sz="1800" dirty="0">
                <a:effectLst/>
                <a:latin typeface="Calibri" panose="020F0502020204030204" pitchFamily="34" charset="0"/>
                <a:ea typeface="Calibri" panose="020F0502020204030204" pitchFamily="34" charset="0"/>
                <a:cs typeface="Times New Roman" panose="02020603050405020304" pitchFamily="18" charset="0"/>
              </a:rPr>
              <a:t>Antes de implementar servicios web es recomendable revisar la documentación de como implementarlo utilizando </a:t>
            </a:r>
            <a:r>
              <a:rPr lang="es-MX" dirty="0">
                <a:latin typeface="Calibri" panose="020F0502020204030204" pitchFamily="34" charset="0"/>
                <a:ea typeface="Calibri" panose="020F0502020204030204" pitchFamily="34" charset="0"/>
                <a:cs typeface="Times New Roman" panose="02020603050405020304" pitchFamily="18" charset="0"/>
              </a:rPr>
              <a:t>RESTFUL</a:t>
            </a:r>
            <a:r>
              <a:rPr lang="es-MX" sz="1800" dirty="0">
                <a:effectLst/>
                <a:latin typeface="Calibri" panose="020F0502020204030204" pitchFamily="34" charset="0"/>
                <a:ea typeface="Calibri" panose="020F0502020204030204" pitchFamily="34" charset="0"/>
                <a:cs typeface="Times New Roman" panose="02020603050405020304" pitchFamily="18" charset="0"/>
              </a:rPr>
              <a:t>.</a:t>
            </a:r>
          </a:p>
          <a:p>
            <a:pPr marL="285750" indent="-285750" algn="just">
              <a:lnSpc>
                <a:spcPct val="150000"/>
              </a:lnSpc>
            </a:pPr>
            <a:r>
              <a:rPr lang="es-MX" sz="1800" dirty="0">
                <a:effectLst/>
                <a:latin typeface="Calibri" panose="020F0502020204030204" pitchFamily="34" charset="0"/>
                <a:ea typeface="Calibri" panose="020F0502020204030204" pitchFamily="34" charset="0"/>
                <a:cs typeface="Times New Roman" panose="02020603050405020304" pitchFamily="18" charset="0"/>
              </a:rPr>
              <a:t>Es recomendable antes de implementar el cliente, revisar que el servidor con los servicios web se encuentren funcionando correctamente.</a:t>
            </a:r>
          </a:p>
        </p:txBody>
      </p:sp>
      <p:sp>
        <p:nvSpPr>
          <p:cNvPr id="5" name="Google Shape;123;p3">
            <a:extLst>
              <a:ext uri="{FF2B5EF4-FFF2-40B4-BE49-F238E27FC236}">
                <a16:creationId xmlns:a16="http://schemas.microsoft.com/office/drawing/2014/main" id="{F539A3FC-E37D-4615-8D8F-F1EC0D9C9280}"/>
              </a:ext>
            </a:extLst>
          </p:cNvPr>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lvl="0" indent="-361950" algn="l" rtl="0">
              <a:spcBef>
                <a:spcPts val="0"/>
              </a:spcBef>
              <a:spcAft>
                <a:spcPts val="0"/>
              </a:spcAft>
              <a:buClr>
                <a:srgbClr val="FFFF00"/>
              </a:buClr>
              <a:buSzPts val="2100"/>
              <a:buFont typeface="Noto Sans Symbols"/>
              <a:buChar char="◼"/>
            </a:pPr>
            <a:r>
              <a:rPr lang="es-ES" sz="2100" b="1" dirty="0">
                <a:solidFill>
                  <a:schemeClr val="bg1"/>
                </a:solidFill>
                <a:latin typeface="Calibri"/>
                <a:ea typeface="Calibri"/>
                <a:cs typeface="Calibri"/>
                <a:sym typeface="Calibri"/>
              </a:rPr>
              <a:t>INTRODUCCIÓN</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OBJETIVO</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bg1"/>
                </a:solidFill>
                <a:latin typeface="Calibri"/>
                <a:ea typeface="Calibri"/>
                <a:cs typeface="Calibri"/>
                <a:sym typeface="Calibri"/>
              </a:rPr>
              <a:t>MARCO TEÓRICO</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chemeClr val="lt1"/>
                </a:solidFill>
                <a:latin typeface="Calibri"/>
                <a:ea typeface="Calibri"/>
                <a:cs typeface="Calibri"/>
                <a:sym typeface="Calibri"/>
              </a:rPr>
              <a:t>DESCRIPCIÓN DEL TALLER</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chemeClr val="bg1"/>
                </a:solidFill>
                <a:latin typeface="Calibri"/>
                <a:ea typeface="Calibri"/>
                <a:cs typeface="Calibri"/>
                <a:sym typeface="Calibri"/>
              </a:rPr>
              <a:t>DESARROLLO EJ N°1</a:t>
            </a:r>
          </a:p>
          <a:p>
            <a:pPr marL="457200" lvl="0" indent="-361950" algn="l" rtl="0">
              <a:spcBef>
                <a:spcPts val="0"/>
              </a:spcBef>
              <a:spcAft>
                <a:spcPts val="0"/>
              </a:spcAft>
              <a:buClr>
                <a:schemeClr val="lt1"/>
              </a:buClr>
              <a:buSzPts val="2100"/>
              <a:buFont typeface="Calibri"/>
              <a:buChar char="◼"/>
            </a:pPr>
            <a:r>
              <a:rPr lang="es-ES" sz="2100" b="1" dirty="0">
                <a:solidFill>
                  <a:schemeClr val="lt1"/>
                </a:solidFill>
                <a:latin typeface="Calibri"/>
                <a:ea typeface="Calibri"/>
                <a:cs typeface="Calibri"/>
                <a:sym typeface="Calibri"/>
              </a:rPr>
              <a:t>CONCLUSIONES</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rgbClr val="FFFF00"/>
                </a:solidFill>
                <a:latin typeface="Calibri"/>
                <a:ea typeface="Calibri"/>
                <a:cs typeface="Calibri"/>
                <a:sym typeface="Calibri"/>
              </a:rPr>
              <a:t>RECOMENDACIONES</a:t>
            </a:r>
            <a:endParaRPr dirty="0">
              <a:solidFill>
                <a:srgbClr val="FFFF00"/>
              </a:solidFill>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BIBLIOGRAFÍA </a:t>
            </a:r>
            <a:endParaRPr sz="2100" b="1" dirty="0">
              <a:solidFill>
                <a:srgbClr val="FFFF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46"/>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BIBLIOGRAFÍA</a:t>
            </a:r>
            <a:endParaRPr/>
          </a:p>
        </p:txBody>
      </p:sp>
      <p:sp>
        <p:nvSpPr>
          <p:cNvPr id="441" name="Google Shape;441;p46"/>
          <p:cNvSpPr txBox="1">
            <a:spLocks noGrp="1"/>
          </p:cNvSpPr>
          <p:nvPr>
            <p:ph type="body" idx="1"/>
          </p:nvPr>
        </p:nvSpPr>
        <p:spPr>
          <a:xfrm>
            <a:off x="581200" y="2180500"/>
            <a:ext cx="8188800" cy="4527300"/>
          </a:xfrm>
          <a:prstGeom prst="rect">
            <a:avLst/>
          </a:prstGeom>
          <a:noFill/>
          <a:ln>
            <a:noFill/>
          </a:ln>
        </p:spPr>
        <p:txBody>
          <a:bodyPr spcFirstLastPara="1" wrap="square" lIns="91425" tIns="45700" rIns="91425" bIns="45700" anchor="ctr" anchorCtr="0">
            <a:normAutofit fontScale="92500"/>
          </a:bodyPr>
          <a:lstStyle/>
          <a:p>
            <a:pPr marL="342900" lvl="0" indent="-342900">
              <a:lnSpc>
                <a:spcPct val="107000"/>
              </a:lnSpc>
              <a:buFont typeface="Arial" panose="020B0604020202020204" pitchFamily="34" charset="0"/>
              <a:buChar char="⮚"/>
            </a:pPr>
            <a:r>
              <a:rPr lang="es-ES" sz="1800" dirty="0">
                <a:effectLst/>
                <a:latin typeface="Times New Roman" panose="02020603050405020304" pitchFamily="18" charset="0"/>
                <a:ea typeface="Noto Sans Symbols"/>
                <a:cs typeface="Noto Sans Symbols"/>
              </a:rPr>
              <a:t>La importancia de la motivación en la vida del emprendedor • NOW IDEAS. (2018, enero 5). NOW IDEAS. https://blogs.unsw.edu.au/nowideas/blog/2018/01/la-importancia-de-la-motivacion-en-la-vida-del-emprendedor/</a:t>
            </a:r>
            <a:endParaRPr lang="es-EC" sz="1800" dirty="0">
              <a:effectLst/>
              <a:latin typeface="Noto Sans Symbols"/>
              <a:ea typeface="Noto Sans Symbols"/>
              <a:cs typeface="Noto Sans Symbols"/>
            </a:endParaRPr>
          </a:p>
          <a:p>
            <a:pPr marL="342900" lvl="0" indent="-342900">
              <a:lnSpc>
                <a:spcPct val="107000"/>
              </a:lnSpc>
              <a:buFont typeface="Arial" panose="020B0604020202020204" pitchFamily="34" charset="0"/>
              <a:buChar char="⮚"/>
            </a:pPr>
            <a:r>
              <a:rPr lang="es-ES" sz="1800" dirty="0">
                <a:effectLst/>
                <a:latin typeface="Times New Roman" panose="02020603050405020304" pitchFamily="18" charset="0"/>
                <a:ea typeface="Noto Sans Symbols"/>
                <a:cs typeface="Noto Sans Symbols"/>
              </a:rPr>
              <a:t>http://www.jtech.ua.es/j2ee/publico/servc-web-2012-13/sesion01-apuntes.html</a:t>
            </a:r>
            <a:endParaRPr lang="es-EC" sz="1800" dirty="0">
              <a:effectLst/>
              <a:latin typeface="Noto Sans Symbols"/>
              <a:ea typeface="Noto Sans Symbols"/>
              <a:cs typeface="Noto Sans Symbols"/>
            </a:endParaRPr>
          </a:p>
          <a:p>
            <a:pPr marL="342900" lvl="0" indent="-342900">
              <a:lnSpc>
                <a:spcPct val="107000"/>
              </a:lnSpc>
              <a:spcAft>
                <a:spcPts val="800"/>
              </a:spcAft>
              <a:buFont typeface="Arial" panose="020B0604020202020204" pitchFamily="34" charset="0"/>
              <a:buChar char="⮚"/>
            </a:pPr>
            <a:r>
              <a:rPr lang="es-ES" sz="1800" dirty="0">
                <a:effectLst/>
                <a:latin typeface="Times New Roman" panose="02020603050405020304" pitchFamily="18" charset="0"/>
                <a:ea typeface="Noto Sans Symbols"/>
                <a:cs typeface="Noto Sans Symbols"/>
              </a:rPr>
              <a:t>https://www.oscarblancarteblog.com/2017/03/06/soap-vs-rest-2/</a:t>
            </a:r>
            <a:endParaRPr lang="es-EC" sz="1800" dirty="0">
              <a:effectLst/>
              <a:latin typeface="Noto Sans Symbols"/>
              <a:ea typeface="Noto Sans Symbols"/>
              <a:cs typeface="Noto Sans Symbols"/>
            </a:endParaRPr>
          </a:p>
          <a:p>
            <a:pPr marL="342900" lvl="0" indent="-342900">
              <a:lnSpc>
                <a:spcPct val="107000"/>
              </a:lnSpc>
              <a:spcAft>
                <a:spcPts val="800"/>
              </a:spcAft>
              <a:buFont typeface="Arial" panose="020B0604020202020204" pitchFamily="34" charset="0"/>
              <a:buChar char="⮚"/>
            </a:pPr>
            <a:r>
              <a:rPr lang="es-ES" sz="1800" dirty="0">
                <a:effectLst/>
                <a:latin typeface="Times New Roman" panose="02020603050405020304" pitchFamily="18" charset="0"/>
                <a:ea typeface="Times New Roman" panose="02020603050405020304" pitchFamily="18" charset="0"/>
                <a:cs typeface="Noto Sans Symbols"/>
              </a:rPr>
              <a:t>Introducción a los Servicios Web. Invocación de servicios web SOAP. </a:t>
            </a:r>
            <a:r>
              <a:rPr lang="en-US" sz="1800" dirty="0">
                <a:effectLst/>
                <a:latin typeface="Times New Roman" panose="02020603050405020304" pitchFamily="18" charset="0"/>
                <a:ea typeface="Times New Roman" panose="02020603050405020304" pitchFamily="18" charset="0"/>
                <a:cs typeface="Noto Sans Symbols"/>
              </a:rPr>
              <a:t>(2019). Jtech.ua.es. Retrieved 2 October 2019, from http://www.jtech.ua.es/j2ee/publico/servc-web-2012-13/sesion01-apuntes.html</a:t>
            </a:r>
            <a:endParaRPr lang="es-EC" sz="1800" dirty="0">
              <a:effectLst/>
              <a:latin typeface="Noto Sans Symbols"/>
              <a:ea typeface="Noto Sans Symbols"/>
              <a:cs typeface="Noto Sans Symbols"/>
            </a:endParaRPr>
          </a:p>
          <a:p>
            <a:pPr marL="342900" lvl="0" indent="-342900">
              <a:lnSpc>
                <a:spcPct val="107000"/>
              </a:lnSpc>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Noto Sans Symbols"/>
              </a:rPr>
              <a:t>How to Perform SOAP Requests With Node.js. (2019). Medium. Retrieved 9 November 2019, from https://medium.com/better-programming/how-to-perform-soap-requests-with-node-js-4a9627070eb6.</a:t>
            </a:r>
            <a:endParaRPr lang="es-EC" sz="1800" dirty="0">
              <a:effectLst/>
              <a:latin typeface="Noto Sans Symbols"/>
              <a:ea typeface="Noto Sans Symbols"/>
              <a:cs typeface="Noto Sans Symbols"/>
            </a:endParaRPr>
          </a:p>
          <a:p>
            <a:pPr marL="342900" lvl="0" indent="-342900">
              <a:lnSpc>
                <a:spcPct val="107000"/>
              </a:lnSpc>
              <a:spcAft>
                <a:spcPts val="800"/>
              </a:spcAft>
              <a:buFont typeface="Arial" panose="020B0604020202020204" pitchFamily="34" charset="0"/>
              <a:buChar char="⮚"/>
            </a:pPr>
            <a:r>
              <a:rPr lang="es-ES" sz="1800" dirty="0">
                <a:effectLst/>
                <a:latin typeface="Times New Roman" panose="02020603050405020304" pitchFamily="18" charset="0"/>
                <a:ea typeface="Times New Roman" panose="02020603050405020304" pitchFamily="18" charset="0"/>
                <a:cs typeface="Noto Sans Symbols"/>
              </a:rPr>
              <a:t>Documentación recolectada y brindada por el Ingeniero Master Monster (</a:t>
            </a:r>
            <a:r>
              <a:rPr lang="es-ES" sz="1800" dirty="0" err="1">
                <a:effectLst/>
                <a:latin typeface="Times New Roman" panose="02020603050405020304" pitchFamily="18" charset="0"/>
                <a:ea typeface="Times New Roman" panose="02020603050405020304" pitchFamily="18" charset="0"/>
                <a:cs typeface="Noto Sans Symbols"/>
              </a:rPr>
              <a:t>Ing.Mauricio</a:t>
            </a:r>
            <a:r>
              <a:rPr lang="es-ES" sz="1800" dirty="0">
                <a:effectLst/>
                <a:latin typeface="Times New Roman" panose="02020603050405020304" pitchFamily="18" charset="0"/>
                <a:ea typeface="Times New Roman" panose="02020603050405020304" pitchFamily="18" charset="0"/>
                <a:cs typeface="Noto Sans Symbols"/>
              </a:rPr>
              <a:t> Campaña).</a:t>
            </a:r>
            <a:endParaRPr lang="es-EC" sz="1800" dirty="0">
              <a:effectLst/>
              <a:latin typeface="Noto Sans Symbols"/>
              <a:ea typeface="Noto Sans Symbols"/>
              <a:cs typeface="Noto Sans Symbols"/>
            </a:endParaRPr>
          </a:p>
        </p:txBody>
      </p:sp>
      <p:sp>
        <p:nvSpPr>
          <p:cNvPr id="5" name="Google Shape;123;p3">
            <a:extLst>
              <a:ext uri="{FF2B5EF4-FFF2-40B4-BE49-F238E27FC236}">
                <a16:creationId xmlns:a16="http://schemas.microsoft.com/office/drawing/2014/main" id="{570D1704-C049-4E29-9ECF-1F144CD08028}"/>
              </a:ext>
            </a:extLst>
          </p:cNvPr>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lvl="0" indent="-361950" algn="l" rtl="0">
              <a:spcBef>
                <a:spcPts val="0"/>
              </a:spcBef>
              <a:spcAft>
                <a:spcPts val="0"/>
              </a:spcAft>
              <a:buClr>
                <a:srgbClr val="FFFF00"/>
              </a:buClr>
              <a:buSzPts val="2100"/>
              <a:buFont typeface="Noto Sans Symbols"/>
              <a:buChar char="◼"/>
            </a:pPr>
            <a:r>
              <a:rPr lang="es-ES" sz="2100" b="1" dirty="0">
                <a:solidFill>
                  <a:schemeClr val="bg1"/>
                </a:solidFill>
                <a:latin typeface="Calibri"/>
                <a:ea typeface="Calibri"/>
                <a:cs typeface="Calibri"/>
                <a:sym typeface="Calibri"/>
              </a:rPr>
              <a:t>INTRODUCCIÓN</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lt1"/>
                </a:solidFill>
                <a:latin typeface="Calibri"/>
                <a:ea typeface="Calibri"/>
                <a:cs typeface="Calibri"/>
                <a:sym typeface="Calibri"/>
              </a:rPr>
              <a:t>OBJETIVO</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bg1"/>
                </a:solidFill>
                <a:latin typeface="Calibri"/>
                <a:ea typeface="Calibri"/>
                <a:cs typeface="Calibri"/>
                <a:sym typeface="Calibri"/>
              </a:rPr>
              <a:t>MARCO TEÓRICO</a:t>
            </a:r>
            <a:endParaRPr sz="2100" b="1" dirty="0">
              <a:solidFill>
                <a:schemeClr val="bg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chemeClr val="lt1"/>
                </a:solidFill>
                <a:latin typeface="Calibri"/>
                <a:ea typeface="Calibri"/>
                <a:cs typeface="Calibri"/>
                <a:sym typeface="Calibri"/>
              </a:rPr>
              <a:t>DESCRIPCIÓN DEL TALLER</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Calibri"/>
              <a:buChar char="◼"/>
            </a:pPr>
            <a:r>
              <a:rPr lang="es-ES" sz="2100" b="1" dirty="0">
                <a:solidFill>
                  <a:schemeClr val="bg1"/>
                </a:solidFill>
                <a:latin typeface="Calibri"/>
                <a:ea typeface="Calibri"/>
                <a:cs typeface="Calibri"/>
                <a:sym typeface="Calibri"/>
              </a:rPr>
              <a:t>DESARROLLO EJ N°1</a:t>
            </a:r>
          </a:p>
          <a:p>
            <a:pPr marL="457200" lvl="0" indent="-361950" algn="l" rtl="0">
              <a:spcBef>
                <a:spcPts val="0"/>
              </a:spcBef>
              <a:spcAft>
                <a:spcPts val="0"/>
              </a:spcAft>
              <a:buClr>
                <a:schemeClr val="lt1"/>
              </a:buClr>
              <a:buSzPts val="2100"/>
              <a:buFont typeface="Calibri"/>
              <a:buChar char="◼"/>
            </a:pPr>
            <a:r>
              <a:rPr lang="es-ES" sz="2100" b="1" dirty="0">
                <a:solidFill>
                  <a:schemeClr val="lt1"/>
                </a:solidFill>
                <a:latin typeface="Calibri"/>
                <a:ea typeface="Calibri"/>
                <a:cs typeface="Calibri"/>
                <a:sym typeface="Calibri"/>
              </a:rPr>
              <a:t>CONCLUSIONES</a:t>
            </a:r>
            <a:endParaRPr sz="2100" b="1" dirty="0">
              <a:solidFill>
                <a:schemeClr val="lt1"/>
              </a:solidFill>
              <a:latin typeface="Calibri"/>
              <a:ea typeface="Calibri"/>
              <a:cs typeface="Calibri"/>
              <a:sym typeface="Calibri"/>
            </a:endParaRPr>
          </a:p>
          <a:p>
            <a:pPr marL="457200" lvl="0" indent="-361950" algn="l" rtl="0">
              <a:spcBef>
                <a:spcPts val="0"/>
              </a:spcBef>
              <a:spcAft>
                <a:spcPts val="0"/>
              </a:spcAft>
              <a:buClr>
                <a:schemeClr val="lt1"/>
              </a:buClr>
              <a:buSzPts val="2100"/>
              <a:buFont typeface="Noto Sans Symbols"/>
              <a:buChar char="◼"/>
            </a:pPr>
            <a:r>
              <a:rPr lang="es-ES" sz="2100" b="1" dirty="0">
                <a:solidFill>
                  <a:schemeClr val="bg1"/>
                </a:solidFill>
                <a:latin typeface="Calibri"/>
                <a:ea typeface="Calibri"/>
                <a:cs typeface="Calibri"/>
                <a:sym typeface="Calibri"/>
              </a:rPr>
              <a:t>RECOMENDACIONES</a:t>
            </a:r>
            <a:endParaRPr dirty="0">
              <a:solidFill>
                <a:schemeClr val="bg1"/>
              </a:solidFill>
            </a:endParaRPr>
          </a:p>
          <a:p>
            <a:pPr marL="457200" lvl="0" indent="-361950" algn="l" rtl="0">
              <a:spcBef>
                <a:spcPts val="0"/>
              </a:spcBef>
              <a:spcAft>
                <a:spcPts val="0"/>
              </a:spcAft>
              <a:buClr>
                <a:schemeClr val="lt1"/>
              </a:buClr>
              <a:buSzPts val="2100"/>
              <a:buFont typeface="Noto Sans Symbols"/>
              <a:buChar char="◼"/>
            </a:pPr>
            <a:r>
              <a:rPr lang="es-ES" sz="2100" b="1" dirty="0">
                <a:solidFill>
                  <a:srgbClr val="FFFF00"/>
                </a:solidFill>
                <a:latin typeface="Calibri"/>
                <a:ea typeface="Calibri"/>
                <a:cs typeface="Calibri"/>
                <a:sym typeface="Calibri"/>
              </a:rPr>
              <a:t>BIBLIOGRAFÍA</a:t>
            </a:r>
            <a:r>
              <a:rPr lang="es-ES" sz="2100" b="1" dirty="0">
                <a:solidFill>
                  <a:schemeClr val="lt1"/>
                </a:solidFill>
                <a:latin typeface="Calibri"/>
                <a:ea typeface="Calibri"/>
                <a:cs typeface="Calibri"/>
                <a:sym typeface="Calibri"/>
              </a:rPr>
              <a:t> </a:t>
            </a:r>
            <a:endParaRPr sz="2100" b="1" dirty="0">
              <a:solidFill>
                <a:srgbClr val="FFFF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848</TotalTime>
  <Words>846</Words>
  <Application>Microsoft Office PowerPoint</Application>
  <PresentationFormat>Panorámica</PresentationFormat>
  <Paragraphs>165</Paragraphs>
  <Slides>17</Slides>
  <Notes>17</Notes>
  <HiddenSlides>0</HiddenSlides>
  <MMClips>0</MMClips>
  <ScaleCrop>false</ScaleCrop>
  <HeadingPairs>
    <vt:vector size="4" baseType="variant">
      <vt:variant>
        <vt:lpstr>Tema</vt:lpstr>
      </vt:variant>
      <vt:variant>
        <vt:i4>1</vt:i4>
      </vt:variant>
      <vt:variant>
        <vt:lpstr>Títulos de diapositiva</vt:lpstr>
      </vt:variant>
      <vt:variant>
        <vt:i4>17</vt:i4>
      </vt:variant>
    </vt:vector>
  </HeadingPairs>
  <TitlesOfParts>
    <vt:vector size="18" baseType="lpstr">
      <vt:lpstr>Dividendo</vt:lpstr>
      <vt:lpstr>CONVERSION UNIDADES SOAP EN DOTNET</vt:lpstr>
      <vt:lpstr>Presentación de PowerPoint</vt:lpstr>
      <vt:lpstr>INTRODUCCIÓN</vt:lpstr>
      <vt:lpstr>OBJETIVO</vt:lpstr>
      <vt:lpstr>DESCRIPCIÓN DEL PROYECTO</vt:lpstr>
      <vt:lpstr>DESARROLLO </vt:lpstr>
      <vt:lpstr>DESARROLLO EJERCICIO 1</vt:lpstr>
      <vt:lpstr>DESARROLLO EJERCICIO 1</vt:lpstr>
      <vt:lpstr>DESARROLLO EJERCICIO 1</vt:lpstr>
      <vt:lpstr>DESARROLLO EJERCICIO 1</vt:lpstr>
      <vt:lpstr>DESARROLLO EJERCICIO 1</vt:lpstr>
      <vt:lpstr>DESARROLLO EJERCICIO 1</vt:lpstr>
      <vt:lpstr>DESARROLLO EJERCICIO 1</vt:lpstr>
      <vt:lpstr>DESARROLLO EJERCICIO 1</vt:lpstr>
      <vt:lpstr>CONCLUSIONES</vt:lpstr>
      <vt:lpstr>RECOMENDACIONES</vt:lpstr>
      <vt:lpstr>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MANUAL PROYECTO WEB SERVICE SOAP JAVA BDD</dc:title>
  <dc:creator>Nicolas Ortiz</dc:creator>
  <cp:lastModifiedBy>EDISON PATRICIO BAEZ VEINTIMILLA</cp:lastModifiedBy>
  <cp:revision>94</cp:revision>
  <dcterms:created xsi:type="dcterms:W3CDTF">2020-08-13T07:15:02Z</dcterms:created>
  <dcterms:modified xsi:type="dcterms:W3CDTF">2024-11-27T12:35:12Z</dcterms:modified>
</cp:coreProperties>
</file>